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Drunken Hour" charset="1" panose="02000000000000000000"/>
      <p:regular r:id="rId19"/>
    </p:embeddedFont>
    <p:embeddedFont>
      <p:font typeface="Nunito Sans Italics" charset="1" panose="00000000000000000000"/>
      <p:regular r:id="rId20"/>
    </p:embeddedFont>
    <p:embeddedFont>
      <p:font typeface="Glacial Indifference" charset="1" panose="00000000000000000000"/>
      <p:regular r:id="rId21"/>
    </p:embeddedFont>
    <p:embeddedFont>
      <p:font typeface="Nunito Sans" charset="1" panose="00000000000000000000"/>
      <p:regular r:id="rId22"/>
    </p:embeddedFont>
    <p:embeddedFont>
      <p:font typeface="Nunito Sans Bold" charset="1" panose="00000000000000000000"/>
      <p:regular r:id="rId23"/>
    </p:embeddedFont>
    <p:embeddedFont>
      <p:font typeface="Nunito Sans Bold Italics"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 Id="rId5" Target="../media/image8.png" Type="http://schemas.openxmlformats.org/officeDocument/2006/relationships/image"/><Relationship Id="rId6" Target="../media/image9.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 Id="rId3" Target="../media/image6.png" Type="http://schemas.openxmlformats.org/officeDocument/2006/relationships/image"/><Relationship Id="rId4" Target="../media/image11.png" Type="http://schemas.openxmlformats.org/officeDocument/2006/relationships/image"/><Relationship Id="rId5" Target="../media/image12.png" Type="http://schemas.openxmlformats.org/officeDocument/2006/relationships/image"/><Relationship Id="rId6" Target="../media/image13.png" Type="http://schemas.openxmlformats.org/officeDocument/2006/relationships/image"/><Relationship Id="rId7" Target="../media/image1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media/image25.png" Type="http://schemas.openxmlformats.org/officeDocument/2006/relationships/image"/><Relationship Id="rId7" Target="../media/image2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 Id="rId3" Target="../media/image28.png" Type="http://schemas.openxmlformats.org/officeDocument/2006/relationships/image"/><Relationship Id="rId4" Target="../media/image29.png" Type="http://schemas.openxmlformats.org/officeDocument/2006/relationships/image"/><Relationship Id="rId5" Target="../media/image30.png" Type="http://schemas.openxmlformats.org/officeDocument/2006/relationships/image"/><Relationship Id="rId6" Target="../media/image3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33.png" Type="http://schemas.openxmlformats.org/officeDocument/2006/relationships/image"/><Relationship Id="rId4" Target="../media/image23.png" Type="http://schemas.openxmlformats.org/officeDocument/2006/relationships/image"/><Relationship Id="rId5" Target="../media/image34.png" Type="http://schemas.openxmlformats.org/officeDocument/2006/relationships/image"/><Relationship Id="rId6" Target="../media/image24.png" Type="http://schemas.openxmlformats.org/officeDocument/2006/relationships/image"/><Relationship Id="rId7" Target="../media/image35.png" Type="http://schemas.openxmlformats.org/officeDocument/2006/relationships/image"/><Relationship Id="rId8" Target="../media/image3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png" Type="http://schemas.openxmlformats.org/officeDocument/2006/relationships/image"/><Relationship Id="rId3" Target="../media/image6.png" Type="http://schemas.openxmlformats.org/officeDocument/2006/relationships/image"/><Relationship Id="rId4" Target="../media/image38.png" Type="http://schemas.openxmlformats.org/officeDocument/2006/relationships/image"/><Relationship Id="rId5" Target="../media/image39.png" Type="http://schemas.openxmlformats.org/officeDocument/2006/relationships/image"/><Relationship Id="rId6" Target="../media/image40.png" Type="http://schemas.openxmlformats.org/officeDocument/2006/relationships/image"/><Relationship Id="rId7" Target="../media/image1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41.png" Type="http://schemas.openxmlformats.org/officeDocument/2006/relationships/image"/><Relationship Id="rId4" Target="../media/image23.png" Type="http://schemas.openxmlformats.org/officeDocument/2006/relationships/image"/><Relationship Id="rId5" Target="../media/image24.png" Type="http://schemas.openxmlformats.org/officeDocument/2006/relationships/image"/><Relationship Id="rId6" Target="../media/image42.png" Type="http://schemas.openxmlformats.org/officeDocument/2006/relationships/image"/><Relationship Id="rId7" Target="../media/image43.png" Type="http://schemas.openxmlformats.org/officeDocument/2006/relationships/image"/><Relationship Id="rId8" Target="../media/image4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6.png" Type="http://schemas.openxmlformats.org/officeDocument/2006/relationships/image"/><Relationship Id="rId3" Target="../media/image47.png" Type="http://schemas.openxmlformats.org/officeDocument/2006/relationships/image"/><Relationship Id="rId4" Target="../media/image48.png" Type="http://schemas.openxmlformats.org/officeDocument/2006/relationships/image"/><Relationship Id="rId5" Target="../media/image4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371C08"/>
        </a:solidFill>
      </p:bgPr>
    </p:bg>
    <p:spTree>
      <p:nvGrpSpPr>
        <p:cNvPr id="1" name=""/>
        <p:cNvGrpSpPr/>
        <p:nvPr/>
      </p:nvGrpSpPr>
      <p:grpSpPr>
        <a:xfrm>
          <a:off x="0" y="0"/>
          <a:ext cx="0" cy="0"/>
          <a:chOff x="0" y="0"/>
          <a:chExt cx="0" cy="0"/>
        </a:xfrm>
      </p:grpSpPr>
      <p:grpSp>
        <p:nvGrpSpPr>
          <p:cNvPr name="Group 2" id="2"/>
          <p:cNvGrpSpPr/>
          <p:nvPr/>
        </p:nvGrpSpPr>
        <p:grpSpPr>
          <a:xfrm rot="0">
            <a:off x="764207" y="810568"/>
            <a:ext cx="16759586" cy="8665863"/>
            <a:chOff x="0" y="0"/>
            <a:chExt cx="4414047" cy="2282367"/>
          </a:xfrm>
        </p:grpSpPr>
        <p:sp>
          <p:nvSpPr>
            <p:cNvPr name="Freeform 3" id="3"/>
            <p:cNvSpPr/>
            <p:nvPr/>
          </p:nvSpPr>
          <p:spPr>
            <a:xfrm flipH="false" flipV="false" rot="0">
              <a:off x="0" y="0"/>
              <a:ext cx="4414047" cy="2282367"/>
            </a:xfrm>
            <a:custGeom>
              <a:avLst/>
              <a:gdLst/>
              <a:ahLst/>
              <a:cxnLst/>
              <a:rect r="r" b="b" t="t" l="l"/>
              <a:pathLst>
                <a:path h="2282367" w="4414047">
                  <a:moveTo>
                    <a:pt x="4334629" y="0"/>
                  </a:moveTo>
                  <a:lnTo>
                    <a:pt x="79418" y="0"/>
                  </a:lnTo>
                  <a:cubicBezTo>
                    <a:pt x="79418" y="43699"/>
                    <a:pt x="44079" y="79418"/>
                    <a:pt x="0" y="79418"/>
                  </a:cubicBezTo>
                  <a:lnTo>
                    <a:pt x="0" y="2202949"/>
                  </a:lnTo>
                  <a:cubicBezTo>
                    <a:pt x="43699" y="2202949"/>
                    <a:pt x="79418" y="2238288"/>
                    <a:pt x="79418" y="2282367"/>
                  </a:cubicBezTo>
                  <a:lnTo>
                    <a:pt x="4334629" y="2282367"/>
                  </a:lnTo>
                  <a:cubicBezTo>
                    <a:pt x="4334629" y="2238668"/>
                    <a:pt x="4369968" y="2202949"/>
                    <a:pt x="4414047" y="2202949"/>
                  </a:cubicBezTo>
                  <a:lnTo>
                    <a:pt x="4414047" y="79418"/>
                  </a:lnTo>
                  <a:cubicBezTo>
                    <a:pt x="4370348" y="79418"/>
                    <a:pt x="4334629" y="44079"/>
                    <a:pt x="4334629" y="0"/>
                  </a:cubicBezTo>
                  <a:close/>
                </a:path>
              </a:pathLst>
            </a:custGeom>
            <a:solidFill>
              <a:srgbClr val="E1D4C1"/>
            </a:solidFill>
          </p:spPr>
        </p:sp>
        <p:sp>
          <p:nvSpPr>
            <p:cNvPr name="TextBox 4" id="4"/>
            <p:cNvSpPr txBox="true"/>
            <p:nvPr/>
          </p:nvSpPr>
          <p:spPr>
            <a:xfrm>
              <a:off x="38100" y="0"/>
              <a:ext cx="4337847" cy="2244267"/>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518764" y="639118"/>
            <a:ext cx="17219457" cy="9064418"/>
            <a:chOff x="0" y="0"/>
            <a:chExt cx="4535166" cy="2387336"/>
          </a:xfrm>
        </p:grpSpPr>
        <p:sp>
          <p:nvSpPr>
            <p:cNvPr name="Freeform 6" id="6"/>
            <p:cNvSpPr/>
            <p:nvPr/>
          </p:nvSpPr>
          <p:spPr>
            <a:xfrm flipH="false" flipV="false" rot="0">
              <a:off x="0" y="0"/>
              <a:ext cx="4535165" cy="2387336"/>
            </a:xfrm>
            <a:custGeom>
              <a:avLst/>
              <a:gdLst/>
              <a:ahLst/>
              <a:cxnLst/>
              <a:rect r="r" b="b" t="t" l="l"/>
              <a:pathLst>
                <a:path h="2387336" w="4535165">
                  <a:moveTo>
                    <a:pt x="4455747" y="0"/>
                  </a:moveTo>
                  <a:lnTo>
                    <a:pt x="79418" y="0"/>
                  </a:lnTo>
                  <a:cubicBezTo>
                    <a:pt x="79418" y="43699"/>
                    <a:pt x="44079" y="79418"/>
                    <a:pt x="0" y="79418"/>
                  </a:cubicBezTo>
                  <a:lnTo>
                    <a:pt x="0" y="2307918"/>
                  </a:lnTo>
                  <a:cubicBezTo>
                    <a:pt x="43699" y="2307918"/>
                    <a:pt x="79418" y="2343257"/>
                    <a:pt x="79418" y="2387336"/>
                  </a:cubicBezTo>
                  <a:lnTo>
                    <a:pt x="4455747" y="2387336"/>
                  </a:lnTo>
                  <a:cubicBezTo>
                    <a:pt x="4455747" y="2343637"/>
                    <a:pt x="4491086" y="2307918"/>
                    <a:pt x="4535165" y="2307918"/>
                  </a:cubicBezTo>
                  <a:lnTo>
                    <a:pt x="4535165" y="79418"/>
                  </a:lnTo>
                  <a:cubicBezTo>
                    <a:pt x="4491466" y="79418"/>
                    <a:pt x="4455747" y="44079"/>
                    <a:pt x="4455747" y="0"/>
                  </a:cubicBezTo>
                  <a:close/>
                </a:path>
              </a:pathLst>
            </a:custGeom>
            <a:ln w="38100" cap="sq">
              <a:solidFill>
                <a:srgbClr val="E1D4C1"/>
              </a:solidFill>
              <a:prstDash val="solid"/>
              <a:miter/>
            </a:ln>
          </p:spPr>
        </p:sp>
        <p:sp>
          <p:nvSpPr>
            <p:cNvPr name="TextBox 7" id="7"/>
            <p:cNvSpPr txBox="true"/>
            <p:nvPr/>
          </p:nvSpPr>
          <p:spPr>
            <a:xfrm>
              <a:off x="38100" y="0"/>
              <a:ext cx="4458966" cy="2349236"/>
            </a:xfrm>
            <a:prstGeom prst="rect">
              <a:avLst/>
            </a:prstGeom>
          </p:spPr>
          <p:txBody>
            <a:bodyPr anchor="ctr" rtlCol="false" tIns="50800" lIns="50800" bIns="50800" rIns="50800"/>
            <a:lstStyle/>
            <a:p>
              <a:pPr algn="ctr" marL="0" indent="0" lvl="0">
                <a:lnSpc>
                  <a:spcPts val="2659"/>
                </a:lnSpc>
              </a:pPr>
            </a:p>
          </p:txBody>
        </p:sp>
      </p:grpSp>
      <p:grpSp>
        <p:nvGrpSpPr>
          <p:cNvPr name="Group 8" id="8"/>
          <p:cNvGrpSpPr/>
          <p:nvPr/>
        </p:nvGrpSpPr>
        <p:grpSpPr>
          <a:xfrm rot="0">
            <a:off x="341564" y="456168"/>
            <a:ext cx="354400" cy="3544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0">
            <a:off x="17561021" y="456168"/>
            <a:ext cx="354400" cy="3544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4" id="14"/>
          <p:cNvGrpSpPr/>
          <p:nvPr/>
        </p:nvGrpSpPr>
        <p:grpSpPr>
          <a:xfrm rot="0">
            <a:off x="341564" y="9526336"/>
            <a:ext cx="354400" cy="354400"/>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7" id="17"/>
          <p:cNvGrpSpPr/>
          <p:nvPr/>
        </p:nvGrpSpPr>
        <p:grpSpPr>
          <a:xfrm rot="0">
            <a:off x="17561021" y="9526336"/>
            <a:ext cx="354400" cy="35440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20" id="20"/>
          <p:cNvSpPr/>
          <p:nvPr/>
        </p:nvSpPr>
        <p:spPr>
          <a:xfrm flipH="false" flipV="false" rot="72564">
            <a:off x="14373314" y="6777350"/>
            <a:ext cx="3945316" cy="3797366"/>
          </a:xfrm>
          <a:custGeom>
            <a:avLst/>
            <a:gdLst/>
            <a:ahLst/>
            <a:cxnLst/>
            <a:rect r="r" b="b" t="t" l="l"/>
            <a:pathLst>
              <a:path h="3797366" w="3945316">
                <a:moveTo>
                  <a:pt x="0" y="0"/>
                </a:moveTo>
                <a:lnTo>
                  <a:pt x="3945316" y="0"/>
                </a:lnTo>
                <a:lnTo>
                  <a:pt x="3945316" y="3797367"/>
                </a:lnTo>
                <a:lnTo>
                  <a:pt x="0" y="3797367"/>
                </a:lnTo>
                <a:lnTo>
                  <a:pt x="0" y="0"/>
                </a:lnTo>
                <a:close/>
              </a:path>
            </a:pathLst>
          </a:custGeom>
          <a:blipFill>
            <a:blip r:embed="rId2"/>
            <a:stretch>
              <a:fillRect l="0" t="0" r="0" b="0"/>
            </a:stretch>
          </a:blipFill>
        </p:spPr>
      </p:sp>
      <p:sp>
        <p:nvSpPr>
          <p:cNvPr name="Freeform 21" id="21"/>
          <p:cNvSpPr/>
          <p:nvPr/>
        </p:nvSpPr>
        <p:spPr>
          <a:xfrm flipH="false" flipV="false" rot="1354579">
            <a:off x="15725177" y="4424275"/>
            <a:ext cx="2690624" cy="3373823"/>
          </a:xfrm>
          <a:custGeom>
            <a:avLst/>
            <a:gdLst/>
            <a:ahLst/>
            <a:cxnLst/>
            <a:rect r="r" b="b" t="t" l="l"/>
            <a:pathLst>
              <a:path h="3373823" w="2690624">
                <a:moveTo>
                  <a:pt x="0" y="0"/>
                </a:moveTo>
                <a:lnTo>
                  <a:pt x="2690624" y="0"/>
                </a:lnTo>
                <a:lnTo>
                  <a:pt x="2690624" y="3373823"/>
                </a:lnTo>
                <a:lnTo>
                  <a:pt x="0" y="3373823"/>
                </a:lnTo>
                <a:lnTo>
                  <a:pt x="0" y="0"/>
                </a:lnTo>
                <a:close/>
              </a:path>
            </a:pathLst>
          </a:custGeom>
          <a:blipFill>
            <a:blip r:embed="rId3"/>
            <a:stretch>
              <a:fillRect l="0" t="0" r="0" b="0"/>
            </a:stretch>
          </a:blipFill>
        </p:spPr>
      </p:sp>
      <p:sp>
        <p:nvSpPr>
          <p:cNvPr name="Freeform 22" id="22"/>
          <p:cNvSpPr/>
          <p:nvPr/>
        </p:nvSpPr>
        <p:spPr>
          <a:xfrm flipH="false" flipV="false" rot="-787261">
            <a:off x="14041451" y="3884246"/>
            <a:ext cx="2811664" cy="2849320"/>
          </a:xfrm>
          <a:custGeom>
            <a:avLst/>
            <a:gdLst/>
            <a:ahLst/>
            <a:cxnLst/>
            <a:rect r="r" b="b" t="t" l="l"/>
            <a:pathLst>
              <a:path h="2849320" w="2811664">
                <a:moveTo>
                  <a:pt x="0" y="0"/>
                </a:moveTo>
                <a:lnTo>
                  <a:pt x="2811664" y="0"/>
                </a:lnTo>
                <a:lnTo>
                  <a:pt x="2811664" y="2849321"/>
                </a:lnTo>
                <a:lnTo>
                  <a:pt x="0" y="2849321"/>
                </a:lnTo>
                <a:lnTo>
                  <a:pt x="0" y="0"/>
                </a:lnTo>
                <a:close/>
              </a:path>
            </a:pathLst>
          </a:custGeom>
          <a:blipFill>
            <a:blip r:embed="rId4"/>
            <a:stretch>
              <a:fillRect l="0" t="0" r="0" b="0"/>
            </a:stretch>
          </a:blipFill>
        </p:spPr>
      </p:sp>
      <p:sp>
        <p:nvSpPr>
          <p:cNvPr name="Freeform 23" id="23"/>
          <p:cNvSpPr/>
          <p:nvPr/>
        </p:nvSpPr>
        <p:spPr>
          <a:xfrm flipH="false" flipV="false" rot="0">
            <a:off x="13717916" y="5694327"/>
            <a:ext cx="1983040" cy="5527636"/>
          </a:xfrm>
          <a:custGeom>
            <a:avLst/>
            <a:gdLst/>
            <a:ahLst/>
            <a:cxnLst/>
            <a:rect r="r" b="b" t="t" l="l"/>
            <a:pathLst>
              <a:path h="5527636" w="1983040">
                <a:moveTo>
                  <a:pt x="0" y="0"/>
                </a:moveTo>
                <a:lnTo>
                  <a:pt x="1983040" y="0"/>
                </a:lnTo>
                <a:lnTo>
                  <a:pt x="1983040" y="5527637"/>
                </a:lnTo>
                <a:lnTo>
                  <a:pt x="0" y="5527637"/>
                </a:lnTo>
                <a:lnTo>
                  <a:pt x="0" y="0"/>
                </a:lnTo>
                <a:close/>
              </a:path>
            </a:pathLst>
          </a:custGeom>
          <a:blipFill>
            <a:blip r:embed="rId5"/>
            <a:stretch>
              <a:fillRect l="0" t="0" r="0" b="0"/>
            </a:stretch>
          </a:blipFill>
        </p:spPr>
      </p:sp>
      <p:sp>
        <p:nvSpPr>
          <p:cNvPr name="TextBox 24" id="24"/>
          <p:cNvSpPr txBox="true"/>
          <p:nvPr/>
        </p:nvSpPr>
        <p:spPr>
          <a:xfrm rot="0">
            <a:off x="1535875" y="2898691"/>
            <a:ext cx="13815130" cy="3554896"/>
          </a:xfrm>
          <a:prstGeom prst="rect">
            <a:avLst/>
          </a:prstGeom>
        </p:spPr>
        <p:txBody>
          <a:bodyPr anchor="t" rtlCol="false" tIns="0" lIns="0" bIns="0" rIns="0">
            <a:spAutoFit/>
          </a:bodyPr>
          <a:lstStyle/>
          <a:p>
            <a:pPr algn="l" marL="0" indent="0" lvl="0">
              <a:lnSpc>
                <a:spcPts val="13764"/>
              </a:lnSpc>
            </a:pPr>
            <a:r>
              <a:rPr lang="en-US" sz="13108">
                <a:solidFill>
                  <a:srgbClr val="483529"/>
                </a:solidFill>
                <a:latin typeface="Drunken Hour"/>
                <a:ea typeface="Drunken Hour"/>
                <a:cs typeface="Drunken Hour"/>
                <a:sym typeface="Drunken Hour"/>
              </a:rPr>
              <a:t>Sejarah</a:t>
            </a:r>
          </a:p>
          <a:p>
            <a:pPr algn="l" marL="0" indent="0" lvl="0">
              <a:lnSpc>
                <a:spcPts val="13764"/>
              </a:lnSpc>
            </a:pPr>
            <a:r>
              <a:rPr lang="en-US" sz="13108">
                <a:solidFill>
                  <a:srgbClr val="483529"/>
                </a:solidFill>
                <a:latin typeface="Drunken Hour"/>
                <a:ea typeface="Drunken Hour"/>
                <a:cs typeface="Drunken Hour"/>
                <a:sym typeface="Drunken Hour"/>
              </a:rPr>
              <a:t>Dunia</a:t>
            </a:r>
          </a:p>
        </p:txBody>
      </p:sp>
      <p:sp>
        <p:nvSpPr>
          <p:cNvPr name="TextBox 25" id="25"/>
          <p:cNvSpPr txBox="true"/>
          <p:nvPr/>
        </p:nvSpPr>
        <p:spPr>
          <a:xfrm rot="0">
            <a:off x="1535875" y="6168184"/>
            <a:ext cx="11287139" cy="584393"/>
          </a:xfrm>
          <a:prstGeom prst="rect">
            <a:avLst/>
          </a:prstGeom>
        </p:spPr>
        <p:txBody>
          <a:bodyPr anchor="t" rtlCol="false" tIns="0" lIns="0" bIns="0" rIns="0">
            <a:spAutoFit/>
          </a:bodyPr>
          <a:lstStyle/>
          <a:p>
            <a:pPr algn="l" marL="0" indent="0" lvl="0">
              <a:lnSpc>
                <a:spcPts val="4841"/>
              </a:lnSpc>
              <a:spcBef>
                <a:spcPct val="0"/>
              </a:spcBef>
            </a:pPr>
            <a:r>
              <a:rPr lang="en-US" sz="3458" i="true">
                <a:solidFill>
                  <a:srgbClr val="483529"/>
                </a:solidFill>
                <a:latin typeface="Nunito Sans Italics"/>
                <a:ea typeface="Nunito Sans Italics"/>
                <a:cs typeface="Nunito Sans Italics"/>
                <a:sym typeface="Nunito Sans Italics"/>
              </a:rPr>
              <a:t>Perjalanan Peradaban Manusia Sepanjang Zaman</a:t>
            </a:r>
          </a:p>
        </p:txBody>
      </p:sp>
      <p:sp>
        <p:nvSpPr>
          <p:cNvPr name="TextBox 26" id="26"/>
          <p:cNvSpPr txBox="true"/>
          <p:nvPr/>
        </p:nvSpPr>
        <p:spPr>
          <a:xfrm rot="0">
            <a:off x="1535875" y="1149819"/>
            <a:ext cx="2399176" cy="491066"/>
          </a:xfrm>
          <a:prstGeom prst="rect">
            <a:avLst/>
          </a:prstGeom>
        </p:spPr>
        <p:txBody>
          <a:bodyPr anchor="t" rtlCol="false" tIns="0" lIns="0" bIns="0" rIns="0">
            <a:spAutoFit/>
          </a:bodyPr>
          <a:lstStyle/>
          <a:p>
            <a:pPr algn="l" marL="0" indent="0" lvl="0">
              <a:lnSpc>
                <a:spcPts val="3908"/>
              </a:lnSpc>
              <a:spcBef>
                <a:spcPct val="0"/>
              </a:spcBef>
            </a:pPr>
            <a:r>
              <a:rPr lang="en-US" sz="2791">
                <a:solidFill>
                  <a:srgbClr val="483529"/>
                </a:solidFill>
                <a:latin typeface="Glacial Indifference"/>
                <a:ea typeface="Glacial Indifference"/>
                <a:cs typeface="Glacial Indifference"/>
                <a:sym typeface="Glacial Indifference"/>
              </a:rPr>
              <a:t>Sejarah</a:t>
            </a:r>
          </a:p>
        </p:txBody>
      </p:sp>
      <p:sp>
        <p:nvSpPr>
          <p:cNvPr name="TextBox 27" id="27"/>
          <p:cNvSpPr txBox="true"/>
          <p:nvPr/>
        </p:nvSpPr>
        <p:spPr>
          <a:xfrm rot="0">
            <a:off x="7928904" y="1149819"/>
            <a:ext cx="2399176" cy="491066"/>
          </a:xfrm>
          <a:prstGeom prst="rect">
            <a:avLst/>
          </a:prstGeom>
        </p:spPr>
        <p:txBody>
          <a:bodyPr anchor="t" rtlCol="false" tIns="0" lIns="0" bIns="0" rIns="0">
            <a:spAutoFit/>
          </a:bodyPr>
          <a:lstStyle/>
          <a:p>
            <a:pPr algn="ctr" marL="0" indent="0" lvl="0">
              <a:lnSpc>
                <a:spcPts val="3908"/>
              </a:lnSpc>
              <a:spcBef>
                <a:spcPct val="0"/>
              </a:spcBef>
            </a:pPr>
            <a:r>
              <a:rPr lang="en-US" sz="2791">
                <a:solidFill>
                  <a:srgbClr val="483529"/>
                </a:solidFill>
                <a:latin typeface="Glacial Indifference"/>
                <a:ea typeface="Glacial Indifference"/>
                <a:cs typeface="Glacial Indifference"/>
                <a:sym typeface="Glacial Indifference"/>
              </a:rPr>
              <a:t>Dunia</a:t>
            </a:r>
          </a:p>
        </p:txBody>
      </p:sp>
      <p:sp>
        <p:nvSpPr>
          <p:cNvPr name="TextBox 28" id="28"/>
          <p:cNvSpPr txBox="true"/>
          <p:nvPr/>
        </p:nvSpPr>
        <p:spPr>
          <a:xfrm rot="0">
            <a:off x="13584247" y="1149819"/>
            <a:ext cx="3086756" cy="491066"/>
          </a:xfrm>
          <a:prstGeom prst="rect">
            <a:avLst/>
          </a:prstGeom>
        </p:spPr>
        <p:txBody>
          <a:bodyPr anchor="t" rtlCol="false" tIns="0" lIns="0" bIns="0" rIns="0">
            <a:spAutoFit/>
          </a:bodyPr>
          <a:lstStyle/>
          <a:p>
            <a:pPr algn="r" marL="0" indent="0" lvl="0">
              <a:lnSpc>
                <a:spcPts val="3908"/>
              </a:lnSpc>
              <a:spcBef>
                <a:spcPct val="0"/>
              </a:spcBef>
            </a:pPr>
            <a:r>
              <a:rPr lang="en-US" sz="2791">
                <a:solidFill>
                  <a:srgbClr val="483529"/>
                </a:solidFill>
                <a:latin typeface="Glacial Indifference"/>
                <a:ea typeface="Glacial Indifference"/>
                <a:cs typeface="Glacial Indifference"/>
                <a:sym typeface="Glacial Indifference"/>
              </a:rPr>
              <a:t>Presentasi</a:t>
            </a:r>
          </a:p>
        </p:txBody>
      </p:sp>
      <p:sp>
        <p:nvSpPr>
          <p:cNvPr name="TextBox 29" id="29"/>
          <p:cNvSpPr txBox="true"/>
          <p:nvPr/>
        </p:nvSpPr>
        <p:spPr>
          <a:xfrm rot="0">
            <a:off x="1535875" y="7917844"/>
            <a:ext cx="3614991" cy="489234"/>
          </a:xfrm>
          <a:prstGeom prst="rect">
            <a:avLst/>
          </a:prstGeom>
        </p:spPr>
        <p:txBody>
          <a:bodyPr anchor="t" rtlCol="false" tIns="0" lIns="0" bIns="0" rIns="0">
            <a:spAutoFit/>
          </a:bodyPr>
          <a:lstStyle/>
          <a:p>
            <a:pPr algn="l" marL="0" indent="0" lvl="0">
              <a:lnSpc>
                <a:spcPts val="4009"/>
              </a:lnSpc>
              <a:spcBef>
                <a:spcPct val="0"/>
              </a:spcBef>
            </a:pPr>
            <a:r>
              <a:rPr lang="en-US" sz="2863">
                <a:solidFill>
                  <a:srgbClr val="483529"/>
                </a:solidFill>
                <a:latin typeface="Nunito Sans"/>
                <a:ea typeface="Nunito Sans"/>
                <a:cs typeface="Nunito Sans"/>
                <a:sym typeface="Nunito Sans"/>
              </a:rPr>
              <a:t>Nama Sekolah</a:t>
            </a:r>
          </a:p>
        </p:txBody>
      </p:sp>
      <p:sp>
        <p:nvSpPr>
          <p:cNvPr name="TextBox 30" id="30"/>
          <p:cNvSpPr txBox="true"/>
          <p:nvPr/>
        </p:nvSpPr>
        <p:spPr>
          <a:xfrm rot="0">
            <a:off x="6522589" y="7917844"/>
            <a:ext cx="3614991" cy="489234"/>
          </a:xfrm>
          <a:prstGeom prst="rect">
            <a:avLst/>
          </a:prstGeom>
        </p:spPr>
        <p:txBody>
          <a:bodyPr anchor="t" rtlCol="false" tIns="0" lIns="0" bIns="0" rIns="0">
            <a:spAutoFit/>
          </a:bodyPr>
          <a:lstStyle/>
          <a:p>
            <a:pPr algn="l" marL="0" indent="0" lvl="0">
              <a:lnSpc>
                <a:spcPts val="4009"/>
              </a:lnSpc>
              <a:spcBef>
                <a:spcPct val="0"/>
              </a:spcBef>
            </a:pPr>
            <a:r>
              <a:rPr lang="en-US" sz="2863">
                <a:solidFill>
                  <a:srgbClr val="483529"/>
                </a:solidFill>
                <a:latin typeface="Nunito Sans"/>
                <a:ea typeface="Nunito Sans"/>
                <a:cs typeface="Nunito Sans"/>
                <a:sym typeface="Nunito Sans"/>
              </a:rPr>
              <a:t>Dipresentasikan oleh</a:t>
            </a:r>
          </a:p>
        </p:txBody>
      </p:sp>
      <p:sp>
        <p:nvSpPr>
          <p:cNvPr name="TextBox 31" id="31"/>
          <p:cNvSpPr txBox="true"/>
          <p:nvPr/>
        </p:nvSpPr>
        <p:spPr>
          <a:xfrm rot="0">
            <a:off x="1535875" y="8442357"/>
            <a:ext cx="4395424" cy="495991"/>
          </a:xfrm>
          <a:prstGeom prst="rect">
            <a:avLst/>
          </a:prstGeom>
        </p:spPr>
        <p:txBody>
          <a:bodyPr anchor="t" rtlCol="false" tIns="0" lIns="0" bIns="0" rIns="0">
            <a:spAutoFit/>
          </a:bodyPr>
          <a:lstStyle/>
          <a:p>
            <a:pPr algn="l" marL="0" indent="0" lvl="0">
              <a:lnSpc>
                <a:spcPts val="4161"/>
              </a:lnSpc>
              <a:spcBef>
                <a:spcPct val="0"/>
              </a:spcBef>
            </a:pPr>
            <a:r>
              <a:rPr lang="en-US" b="true" sz="2972">
                <a:solidFill>
                  <a:srgbClr val="483529"/>
                </a:solidFill>
                <a:latin typeface="Nunito Sans Bold"/>
                <a:ea typeface="Nunito Sans Bold"/>
                <a:cs typeface="Nunito Sans Bold"/>
                <a:sym typeface="Nunito Sans Bold"/>
              </a:rPr>
              <a:t>Fauget High School</a:t>
            </a:r>
          </a:p>
        </p:txBody>
      </p:sp>
      <p:sp>
        <p:nvSpPr>
          <p:cNvPr name="TextBox 32" id="32"/>
          <p:cNvSpPr txBox="true"/>
          <p:nvPr/>
        </p:nvSpPr>
        <p:spPr>
          <a:xfrm rot="0">
            <a:off x="6522589" y="8442357"/>
            <a:ext cx="4395424" cy="495991"/>
          </a:xfrm>
          <a:prstGeom prst="rect">
            <a:avLst/>
          </a:prstGeom>
        </p:spPr>
        <p:txBody>
          <a:bodyPr anchor="t" rtlCol="false" tIns="0" lIns="0" bIns="0" rIns="0">
            <a:spAutoFit/>
          </a:bodyPr>
          <a:lstStyle/>
          <a:p>
            <a:pPr algn="l" marL="0" indent="0" lvl="0">
              <a:lnSpc>
                <a:spcPts val="4161"/>
              </a:lnSpc>
              <a:spcBef>
                <a:spcPct val="0"/>
              </a:spcBef>
            </a:pPr>
            <a:r>
              <a:rPr lang="en-US" b="true" sz="2972">
                <a:solidFill>
                  <a:srgbClr val="483529"/>
                </a:solidFill>
                <a:latin typeface="Nunito Sans Bold"/>
                <a:ea typeface="Nunito Sans Bold"/>
                <a:cs typeface="Nunito Sans Bold"/>
                <a:sym typeface="Nunito Sans Bold"/>
              </a:rPr>
              <a:t>Harumi Kobayashi</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371C08"/>
        </a:solidFill>
      </p:bgPr>
    </p:bg>
    <p:spTree>
      <p:nvGrpSpPr>
        <p:cNvPr id="1" name=""/>
        <p:cNvGrpSpPr/>
        <p:nvPr/>
      </p:nvGrpSpPr>
      <p:grpSpPr>
        <a:xfrm>
          <a:off x="0" y="0"/>
          <a:ext cx="0" cy="0"/>
          <a:chOff x="0" y="0"/>
          <a:chExt cx="0" cy="0"/>
        </a:xfrm>
      </p:grpSpPr>
      <p:grpSp>
        <p:nvGrpSpPr>
          <p:cNvPr name="Group 2" id="2"/>
          <p:cNvGrpSpPr/>
          <p:nvPr/>
        </p:nvGrpSpPr>
        <p:grpSpPr>
          <a:xfrm rot="0">
            <a:off x="518764" y="639118"/>
            <a:ext cx="17219457" cy="9064418"/>
            <a:chOff x="0" y="0"/>
            <a:chExt cx="22959275" cy="12085890"/>
          </a:xfrm>
        </p:grpSpPr>
        <p:grpSp>
          <p:nvGrpSpPr>
            <p:cNvPr name="Group 3" id="3"/>
            <p:cNvGrpSpPr/>
            <p:nvPr/>
          </p:nvGrpSpPr>
          <p:grpSpPr>
            <a:xfrm rot="0">
              <a:off x="327257" y="228600"/>
              <a:ext cx="22346115" cy="11554484"/>
              <a:chOff x="0" y="0"/>
              <a:chExt cx="4414047" cy="2282367"/>
            </a:xfrm>
          </p:grpSpPr>
          <p:sp>
            <p:nvSpPr>
              <p:cNvPr name="Freeform 4" id="4"/>
              <p:cNvSpPr/>
              <p:nvPr/>
            </p:nvSpPr>
            <p:spPr>
              <a:xfrm flipH="false" flipV="false" rot="0">
                <a:off x="0" y="0"/>
                <a:ext cx="4414047" cy="2282367"/>
              </a:xfrm>
              <a:custGeom>
                <a:avLst/>
                <a:gdLst/>
                <a:ahLst/>
                <a:cxnLst/>
                <a:rect r="r" b="b" t="t" l="l"/>
                <a:pathLst>
                  <a:path h="2282367" w="4414047">
                    <a:moveTo>
                      <a:pt x="4334629" y="0"/>
                    </a:moveTo>
                    <a:lnTo>
                      <a:pt x="79418" y="0"/>
                    </a:lnTo>
                    <a:cubicBezTo>
                      <a:pt x="79418" y="43699"/>
                      <a:pt x="44079" y="79418"/>
                      <a:pt x="0" y="79418"/>
                    </a:cubicBezTo>
                    <a:lnTo>
                      <a:pt x="0" y="2202949"/>
                    </a:lnTo>
                    <a:cubicBezTo>
                      <a:pt x="43699" y="2202949"/>
                      <a:pt x="79418" y="2238288"/>
                      <a:pt x="79418" y="2282367"/>
                    </a:cubicBezTo>
                    <a:lnTo>
                      <a:pt x="4334629" y="2282367"/>
                    </a:lnTo>
                    <a:cubicBezTo>
                      <a:pt x="4334629" y="2238668"/>
                      <a:pt x="4369968" y="2202949"/>
                      <a:pt x="4414047" y="2202949"/>
                    </a:cubicBezTo>
                    <a:lnTo>
                      <a:pt x="4414047" y="79418"/>
                    </a:lnTo>
                    <a:cubicBezTo>
                      <a:pt x="4370348" y="79418"/>
                      <a:pt x="4334629" y="44079"/>
                      <a:pt x="4334629" y="0"/>
                    </a:cubicBezTo>
                    <a:close/>
                  </a:path>
                </a:pathLst>
              </a:custGeom>
              <a:solidFill>
                <a:srgbClr val="E1D4C1"/>
              </a:solidFill>
            </p:spPr>
          </p:sp>
          <p:sp>
            <p:nvSpPr>
              <p:cNvPr name="TextBox 5" id="5"/>
              <p:cNvSpPr txBox="true"/>
              <p:nvPr/>
            </p:nvSpPr>
            <p:spPr>
              <a:xfrm>
                <a:off x="38100" y="0"/>
                <a:ext cx="4337847" cy="2244267"/>
              </a:xfrm>
              <a:prstGeom prst="rect">
                <a:avLst/>
              </a:prstGeom>
            </p:spPr>
            <p:txBody>
              <a:bodyPr anchor="ctr" rtlCol="false" tIns="50800" lIns="50800" bIns="50800" rIns="50800"/>
              <a:lstStyle/>
              <a:p>
                <a:pPr algn="ctr" marL="0" indent="0" lvl="0">
                  <a:lnSpc>
                    <a:spcPts val="2659"/>
                  </a:lnSpc>
                </a:pPr>
              </a:p>
            </p:txBody>
          </p:sp>
        </p:grpSp>
        <p:grpSp>
          <p:nvGrpSpPr>
            <p:cNvPr name="Group 6" id="6"/>
            <p:cNvGrpSpPr/>
            <p:nvPr/>
          </p:nvGrpSpPr>
          <p:grpSpPr>
            <a:xfrm rot="0">
              <a:off x="0" y="0"/>
              <a:ext cx="22959275" cy="12085890"/>
              <a:chOff x="0" y="0"/>
              <a:chExt cx="4535166" cy="2387336"/>
            </a:xfrm>
          </p:grpSpPr>
          <p:sp>
            <p:nvSpPr>
              <p:cNvPr name="Freeform 7" id="7"/>
              <p:cNvSpPr/>
              <p:nvPr/>
            </p:nvSpPr>
            <p:spPr>
              <a:xfrm flipH="false" flipV="false" rot="0">
                <a:off x="0" y="0"/>
                <a:ext cx="4535165" cy="2387336"/>
              </a:xfrm>
              <a:custGeom>
                <a:avLst/>
                <a:gdLst/>
                <a:ahLst/>
                <a:cxnLst/>
                <a:rect r="r" b="b" t="t" l="l"/>
                <a:pathLst>
                  <a:path h="2387336" w="4535165">
                    <a:moveTo>
                      <a:pt x="4455747" y="0"/>
                    </a:moveTo>
                    <a:lnTo>
                      <a:pt x="79418" y="0"/>
                    </a:lnTo>
                    <a:cubicBezTo>
                      <a:pt x="79418" y="43699"/>
                      <a:pt x="44079" y="79418"/>
                      <a:pt x="0" y="79418"/>
                    </a:cubicBezTo>
                    <a:lnTo>
                      <a:pt x="0" y="2307918"/>
                    </a:lnTo>
                    <a:cubicBezTo>
                      <a:pt x="43699" y="2307918"/>
                      <a:pt x="79418" y="2343257"/>
                      <a:pt x="79418" y="2387336"/>
                    </a:cubicBezTo>
                    <a:lnTo>
                      <a:pt x="4455747" y="2387336"/>
                    </a:lnTo>
                    <a:cubicBezTo>
                      <a:pt x="4455747" y="2343637"/>
                      <a:pt x="4491086" y="2307918"/>
                      <a:pt x="4535165" y="2307918"/>
                    </a:cubicBezTo>
                    <a:lnTo>
                      <a:pt x="4535165" y="79418"/>
                    </a:lnTo>
                    <a:cubicBezTo>
                      <a:pt x="4491466" y="79418"/>
                      <a:pt x="4455747" y="44079"/>
                      <a:pt x="4455747" y="0"/>
                    </a:cubicBezTo>
                    <a:close/>
                  </a:path>
                </a:pathLst>
              </a:custGeom>
              <a:ln w="38100" cap="sq">
                <a:solidFill>
                  <a:srgbClr val="E1D4C1"/>
                </a:solidFill>
                <a:prstDash val="solid"/>
                <a:miter/>
              </a:ln>
            </p:spPr>
          </p:sp>
          <p:sp>
            <p:nvSpPr>
              <p:cNvPr name="TextBox 8" id="8"/>
              <p:cNvSpPr txBox="true"/>
              <p:nvPr/>
            </p:nvSpPr>
            <p:spPr>
              <a:xfrm>
                <a:off x="38100" y="0"/>
                <a:ext cx="4458966" cy="2349236"/>
              </a:xfrm>
              <a:prstGeom prst="rect">
                <a:avLst/>
              </a:prstGeom>
            </p:spPr>
            <p:txBody>
              <a:bodyPr anchor="ctr" rtlCol="false" tIns="50800" lIns="50800" bIns="50800" rIns="50800"/>
              <a:lstStyle/>
              <a:p>
                <a:pPr algn="ctr" marL="0" indent="0" lvl="0">
                  <a:lnSpc>
                    <a:spcPts val="2659"/>
                  </a:lnSpc>
                </a:pPr>
              </a:p>
            </p:txBody>
          </p:sp>
        </p:grpSp>
      </p:grpSp>
      <p:grpSp>
        <p:nvGrpSpPr>
          <p:cNvPr name="Group 9" id="9"/>
          <p:cNvGrpSpPr/>
          <p:nvPr/>
        </p:nvGrpSpPr>
        <p:grpSpPr>
          <a:xfrm rot="0">
            <a:off x="341564" y="456168"/>
            <a:ext cx="354400" cy="3544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2" id="12"/>
          <p:cNvGrpSpPr/>
          <p:nvPr/>
        </p:nvGrpSpPr>
        <p:grpSpPr>
          <a:xfrm rot="0">
            <a:off x="17561021" y="456168"/>
            <a:ext cx="354400" cy="3544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5" id="15"/>
          <p:cNvGrpSpPr/>
          <p:nvPr/>
        </p:nvGrpSpPr>
        <p:grpSpPr>
          <a:xfrm rot="0">
            <a:off x="341564" y="9526336"/>
            <a:ext cx="354400" cy="35440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8" id="18"/>
          <p:cNvGrpSpPr/>
          <p:nvPr/>
        </p:nvGrpSpPr>
        <p:grpSpPr>
          <a:xfrm rot="0">
            <a:off x="17561021" y="9526336"/>
            <a:ext cx="354400" cy="35440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21" id="21"/>
          <p:cNvGrpSpPr>
            <a:grpSpLocks noChangeAspect="true"/>
          </p:cNvGrpSpPr>
          <p:nvPr/>
        </p:nvGrpSpPr>
        <p:grpSpPr>
          <a:xfrm rot="0">
            <a:off x="13730110" y="4626597"/>
            <a:ext cx="3529190" cy="2599836"/>
            <a:chOff x="0" y="0"/>
            <a:chExt cx="19050000" cy="14033500"/>
          </a:xfrm>
        </p:grpSpPr>
        <p:sp>
          <p:nvSpPr>
            <p:cNvPr name="Freeform 22" id="22"/>
            <p:cNvSpPr/>
            <p:nvPr/>
          </p:nvSpPr>
          <p:spPr>
            <a:xfrm flipH="false" flipV="false" rot="0">
              <a:off x="1169582" y="1014439"/>
              <a:ext cx="16710835" cy="12004622"/>
            </a:xfrm>
            <a:custGeom>
              <a:avLst/>
              <a:gdLst/>
              <a:ahLst/>
              <a:cxnLst/>
              <a:rect r="r" b="b" t="t" l="l"/>
              <a:pathLst>
                <a:path h="12004622" w="16710835">
                  <a:moveTo>
                    <a:pt x="0" y="0"/>
                  </a:moveTo>
                  <a:lnTo>
                    <a:pt x="16710835" y="0"/>
                  </a:lnTo>
                  <a:lnTo>
                    <a:pt x="16710835" y="12004622"/>
                  </a:lnTo>
                  <a:lnTo>
                    <a:pt x="0" y="12004622"/>
                  </a:lnTo>
                  <a:close/>
                </a:path>
              </a:pathLst>
            </a:custGeom>
            <a:blipFill>
              <a:blip r:embed="rId2"/>
              <a:stretch>
                <a:fillRect l="0" t="-287" r="0" b="-287"/>
              </a:stretch>
            </a:blipFill>
          </p:spPr>
        </p:sp>
        <p:sp>
          <p:nvSpPr>
            <p:cNvPr name="Freeform 23" id="23"/>
            <p:cNvSpPr/>
            <p:nvPr/>
          </p:nvSpPr>
          <p:spPr>
            <a:xfrm flipH="false" flipV="false" rot="0">
              <a:off x="0" y="0"/>
              <a:ext cx="19050000" cy="14033500"/>
            </a:xfrm>
            <a:custGeom>
              <a:avLst/>
              <a:gdLst/>
              <a:ahLst/>
              <a:cxnLst/>
              <a:rect r="r" b="b" t="t" l="l"/>
              <a:pathLst>
                <a:path h="14033500" w="19050000">
                  <a:moveTo>
                    <a:pt x="0" y="0"/>
                  </a:moveTo>
                  <a:lnTo>
                    <a:pt x="19050000" y="0"/>
                  </a:lnTo>
                  <a:lnTo>
                    <a:pt x="19050000" y="14033500"/>
                  </a:lnTo>
                  <a:lnTo>
                    <a:pt x="0" y="14033500"/>
                  </a:lnTo>
                  <a:close/>
                </a:path>
              </a:pathLst>
            </a:custGeom>
            <a:blipFill>
              <a:blip r:embed="rId3"/>
              <a:stretch>
                <a:fillRect l="0" t="-226" r="0" b="-226"/>
              </a:stretch>
            </a:blipFill>
          </p:spPr>
        </p:sp>
      </p:grpSp>
      <p:sp>
        <p:nvSpPr>
          <p:cNvPr name="TextBox 24" id="24"/>
          <p:cNvSpPr txBox="true"/>
          <p:nvPr/>
        </p:nvSpPr>
        <p:spPr>
          <a:xfrm rot="0">
            <a:off x="1535875" y="3533046"/>
            <a:ext cx="11287139" cy="456342"/>
          </a:xfrm>
          <a:prstGeom prst="rect">
            <a:avLst/>
          </a:prstGeom>
        </p:spPr>
        <p:txBody>
          <a:bodyPr anchor="t" rtlCol="false" tIns="0" lIns="0" bIns="0" rIns="0">
            <a:spAutoFit/>
          </a:bodyPr>
          <a:lstStyle/>
          <a:p>
            <a:pPr algn="l" marL="0" indent="0" lvl="0">
              <a:lnSpc>
                <a:spcPts val="3722"/>
              </a:lnSpc>
              <a:spcBef>
                <a:spcPct val="0"/>
              </a:spcBef>
            </a:pPr>
            <a:r>
              <a:rPr lang="en-US" sz="2658" i="true">
                <a:solidFill>
                  <a:srgbClr val="483529"/>
                </a:solidFill>
                <a:latin typeface="Nunito Sans Italics"/>
                <a:ea typeface="Nunito Sans Italics"/>
                <a:cs typeface="Nunito Sans Italics"/>
                <a:sym typeface="Nunito Sans Italics"/>
              </a:rPr>
              <a:t>Mesopotamia, Mesir, dan Lembah Indus</a:t>
            </a:r>
          </a:p>
        </p:txBody>
      </p:sp>
      <p:sp>
        <p:nvSpPr>
          <p:cNvPr name="TextBox 25" id="25"/>
          <p:cNvSpPr txBox="true"/>
          <p:nvPr/>
        </p:nvSpPr>
        <p:spPr>
          <a:xfrm rot="0">
            <a:off x="1535875" y="2660400"/>
            <a:ext cx="9382138" cy="1003320"/>
          </a:xfrm>
          <a:prstGeom prst="rect">
            <a:avLst/>
          </a:prstGeom>
        </p:spPr>
        <p:txBody>
          <a:bodyPr anchor="t" rtlCol="false" tIns="0" lIns="0" bIns="0" rIns="0">
            <a:spAutoFit/>
          </a:bodyPr>
          <a:lstStyle/>
          <a:p>
            <a:pPr algn="l" marL="0" indent="0" lvl="0">
              <a:lnSpc>
                <a:spcPts val="7319"/>
              </a:lnSpc>
            </a:pPr>
            <a:r>
              <a:rPr lang="en-US" sz="7870">
                <a:solidFill>
                  <a:srgbClr val="483529"/>
                </a:solidFill>
                <a:latin typeface="Drunken Hour"/>
                <a:ea typeface="Drunken Hour"/>
                <a:cs typeface="Drunken Hour"/>
                <a:sym typeface="Drunken Hour"/>
              </a:rPr>
              <a:t>PERADABAN KUNO</a:t>
            </a:r>
          </a:p>
        </p:txBody>
      </p:sp>
      <p:grpSp>
        <p:nvGrpSpPr>
          <p:cNvPr name="Group 26" id="26"/>
          <p:cNvGrpSpPr>
            <a:grpSpLocks noChangeAspect="true"/>
          </p:cNvGrpSpPr>
          <p:nvPr/>
        </p:nvGrpSpPr>
        <p:grpSpPr>
          <a:xfrm rot="0">
            <a:off x="10052094" y="2772618"/>
            <a:ext cx="3256167" cy="2398710"/>
            <a:chOff x="0" y="0"/>
            <a:chExt cx="19050000" cy="14033500"/>
          </a:xfrm>
        </p:grpSpPr>
        <p:sp>
          <p:nvSpPr>
            <p:cNvPr name="Freeform 27" id="27"/>
            <p:cNvSpPr/>
            <p:nvPr/>
          </p:nvSpPr>
          <p:spPr>
            <a:xfrm flipH="false" flipV="false" rot="0">
              <a:off x="1169582" y="1014439"/>
              <a:ext cx="16710835" cy="12004622"/>
            </a:xfrm>
            <a:custGeom>
              <a:avLst/>
              <a:gdLst/>
              <a:ahLst/>
              <a:cxnLst/>
              <a:rect r="r" b="b" t="t" l="l"/>
              <a:pathLst>
                <a:path h="12004622" w="16710835">
                  <a:moveTo>
                    <a:pt x="0" y="0"/>
                  </a:moveTo>
                  <a:lnTo>
                    <a:pt x="16710835" y="0"/>
                  </a:lnTo>
                  <a:lnTo>
                    <a:pt x="16710835" y="12004622"/>
                  </a:lnTo>
                  <a:lnTo>
                    <a:pt x="0" y="12004622"/>
                  </a:lnTo>
                  <a:close/>
                </a:path>
              </a:pathLst>
            </a:custGeom>
            <a:blipFill>
              <a:blip r:embed="rId4"/>
              <a:stretch>
                <a:fillRect l="0" t="-287" r="0" b="-287"/>
              </a:stretch>
            </a:blipFill>
          </p:spPr>
        </p:sp>
        <p:sp>
          <p:nvSpPr>
            <p:cNvPr name="Freeform 28" id="28"/>
            <p:cNvSpPr/>
            <p:nvPr/>
          </p:nvSpPr>
          <p:spPr>
            <a:xfrm flipH="false" flipV="false" rot="0">
              <a:off x="0" y="0"/>
              <a:ext cx="19050000" cy="14033500"/>
            </a:xfrm>
            <a:custGeom>
              <a:avLst/>
              <a:gdLst/>
              <a:ahLst/>
              <a:cxnLst/>
              <a:rect r="r" b="b" t="t" l="l"/>
              <a:pathLst>
                <a:path h="14033500" w="19050000">
                  <a:moveTo>
                    <a:pt x="0" y="0"/>
                  </a:moveTo>
                  <a:lnTo>
                    <a:pt x="19050000" y="0"/>
                  </a:lnTo>
                  <a:lnTo>
                    <a:pt x="19050000" y="14033500"/>
                  </a:lnTo>
                  <a:lnTo>
                    <a:pt x="0" y="14033500"/>
                  </a:lnTo>
                  <a:close/>
                </a:path>
              </a:pathLst>
            </a:custGeom>
            <a:blipFill>
              <a:blip r:embed="rId3"/>
              <a:stretch>
                <a:fillRect l="0" t="-226" r="0" b="-226"/>
              </a:stretch>
            </a:blipFill>
          </p:spPr>
        </p:sp>
      </p:grpSp>
      <p:grpSp>
        <p:nvGrpSpPr>
          <p:cNvPr name="Group 29" id="29"/>
          <p:cNvGrpSpPr>
            <a:grpSpLocks noChangeAspect="true"/>
          </p:cNvGrpSpPr>
          <p:nvPr/>
        </p:nvGrpSpPr>
        <p:grpSpPr>
          <a:xfrm rot="0">
            <a:off x="10151355" y="6534391"/>
            <a:ext cx="3156906" cy="2325588"/>
            <a:chOff x="0" y="0"/>
            <a:chExt cx="19050000" cy="14033500"/>
          </a:xfrm>
        </p:grpSpPr>
        <p:sp>
          <p:nvSpPr>
            <p:cNvPr name="Freeform 30" id="30"/>
            <p:cNvSpPr/>
            <p:nvPr/>
          </p:nvSpPr>
          <p:spPr>
            <a:xfrm flipH="false" flipV="false" rot="0">
              <a:off x="1169582" y="1014439"/>
              <a:ext cx="16710835" cy="12004622"/>
            </a:xfrm>
            <a:custGeom>
              <a:avLst/>
              <a:gdLst/>
              <a:ahLst/>
              <a:cxnLst/>
              <a:rect r="r" b="b" t="t" l="l"/>
              <a:pathLst>
                <a:path h="12004622" w="16710835">
                  <a:moveTo>
                    <a:pt x="0" y="0"/>
                  </a:moveTo>
                  <a:lnTo>
                    <a:pt x="16710835" y="0"/>
                  </a:lnTo>
                  <a:lnTo>
                    <a:pt x="16710835" y="12004622"/>
                  </a:lnTo>
                  <a:lnTo>
                    <a:pt x="0" y="12004622"/>
                  </a:lnTo>
                  <a:close/>
                </a:path>
              </a:pathLst>
            </a:custGeom>
            <a:blipFill>
              <a:blip r:embed="rId5"/>
              <a:stretch>
                <a:fillRect l="0" t="-287" r="0" b="-287"/>
              </a:stretch>
            </a:blipFill>
          </p:spPr>
        </p:sp>
        <p:sp>
          <p:nvSpPr>
            <p:cNvPr name="Freeform 31" id="31"/>
            <p:cNvSpPr/>
            <p:nvPr/>
          </p:nvSpPr>
          <p:spPr>
            <a:xfrm flipH="false" flipV="false" rot="0">
              <a:off x="0" y="0"/>
              <a:ext cx="19050000" cy="14033500"/>
            </a:xfrm>
            <a:custGeom>
              <a:avLst/>
              <a:gdLst/>
              <a:ahLst/>
              <a:cxnLst/>
              <a:rect r="r" b="b" t="t" l="l"/>
              <a:pathLst>
                <a:path h="14033500" w="19050000">
                  <a:moveTo>
                    <a:pt x="0" y="0"/>
                  </a:moveTo>
                  <a:lnTo>
                    <a:pt x="19050000" y="0"/>
                  </a:lnTo>
                  <a:lnTo>
                    <a:pt x="19050000" y="14033500"/>
                  </a:lnTo>
                  <a:lnTo>
                    <a:pt x="0" y="14033500"/>
                  </a:lnTo>
                  <a:close/>
                </a:path>
              </a:pathLst>
            </a:custGeom>
            <a:blipFill>
              <a:blip r:embed="rId3"/>
              <a:stretch>
                <a:fillRect l="0" t="-226" r="0" b="-226"/>
              </a:stretch>
            </a:blipFill>
          </p:spPr>
        </p:sp>
      </p:grpSp>
      <p:sp>
        <p:nvSpPr>
          <p:cNvPr name="Freeform 32" id="32"/>
          <p:cNvSpPr/>
          <p:nvPr/>
        </p:nvSpPr>
        <p:spPr>
          <a:xfrm flipH="false" flipV="false" rot="2122598">
            <a:off x="12603260" y="2890135"/>
            <a:ext cx="849021" cy="229236"/>
          </a:xfrm>
          <a:custGeom>
            <a:avLst/>
            <a:gdLst/>
            <a:ahLst/>
            <a:cxnLst/>
            <a:rect r="r" b="b" t="t" l="l"/>
            <a:pathLst>
              <a:path h="229236" w="849021">
                <a:moveTo>
                  <a:pt x="0" y="0"/>
                </a:moveTo>
                <a:lnTo>
                  <a:pt x="849021" y="0"/>
                </a:lnTo>
                <a:lnTo>
                  <a:pt x="849021" y="229236"/>
                </a:lnTo>
                <a:lnTo>
                  <a:pt x="0" y="229236"/>
                </a:lnTo>
                <a:lnTo>
                  <a:pt x="0" y="0"/>
                </a:lnTo>
                <a:close/>
              </a:path>
            </a:pathLst>
          </a:custGeom>
          <a:blipFill>
            <a:blip r:embed="rId6"/>
            <a:stretch>
              <a:fillRect l="0" t="0" r="0" b="0"/>
            </a:stretch>
          </a:blipFill>
        </p:spPr>
      </p:sp>
      <p:sp>
        <p:nvSpPr>
          <p:cNvPr name="Freeform 33" id="33"/>
          <p:cNvSpPr/>
          <p:nvPr/>
        </p:nvSpPr>
        <p:spPr>
          <a:xfrm flipH="false" flipV="false" rot="2122598">
            <a:off x="9816726" y="4860034"/>
            <a:ext cx="849021" cy="229236"/>
          </a:xfrm>
          <a:custGeom>
            <a:avLst/>
            <a:gdLst/>
            <a:ahLst/>
            <a:cxnLst/>
            <a:rect r="r" b="b" t="t" l="l"/>
            <a:pathLst>
              <a:path h="229236" w="849021">
                <a:moveTo>
                  <a:pt x="0" y="0"/>
                </a:moveTo>
                <a:lnTo>
                  <a:pt x="849021" y="0"/>
                </a:lnTo>
                <a:lnTo>
                  <a:pt x="849021" y="229235"/>
                </a:lnTo>
                <a:lnTo>
                  <a:pt x="0" y="229235"/>
                </a:lnTo>
                <a:lnTo>
                  <a:pt x="0" y="0"/>
                </a:lnTo>
                <a:close/>
              </a:path>
            </a:pathLst>
          </a:custGeom>
          <a:blipFill>
            <a:blip r:embed="rId6"/>
            <a:stretch>
              <a:fillRect l="0" t="0" r="0" b="0"/>
            </a:stretch>
          </a:blipFill>
        </p:spPr>
      </p:sp>
      <p:sp>
        <p:nvSpPr>
          <p:cNvPr name="TextBox 34" id="34"/>
          <p:cNvSpPr txBox="true"/>
          <p:nvPr/>
        </p:nvSpPr>
        <p:spPr>
          <a:xfrm rot="0">
            <a:off x="1535875" y="1159344"/>
            <a:ext cx="2399176" cy="497893"/>
          </a:xfrm>
          <a:prstGeom prst="rect">
            <a:avLst/>
          </a:prstGeom>
        </p:spPr>
        <p:txBody>
          <a:bodyPr anchor="t" rtlCol="false" tIns="0" lIns="0" bIns="0" rIns="0">
            <a:spAutoFit/>
          </a:bodyPr>
          <a:lstStyle/>
          <a:p>
            <a:pPr algn="l" marL="0" indent="0" lvl="0">
              <a:lnSpc>
                <a:spcPts val="4057"/>
              </a:lnSpc>
              <a:spcBef>
                <a:spcPct val="0"/>
              </a:spcBef>
            </a:pPr>
            <a:r>
              <a:rPr lang="en-US" sz="2897">
                <a:solidFill>
                  <a:srgbClr val="483529"/>
                </a:solidFill>
                <a:latin typeface="Glacial Indifference"/>
                <a:ea typeface="Glacial Indifference"/>
                <a:cs typeface="Glacial Indifference"/>
                <a:sym typeface="Glacial Indifference"/>
              </a:rPr>
              <a:t>History</a:t>
            </a:r>
          </a:p>
        </p:txBody>
      </p:sp>
      <p:sp>
        <p:nvSpPr>
          <p:cNvPr name="TextBox 35" id="35"/>
          <p:cNvSpPr txBox="true"/>
          <p:nvPr/>
        </p:nvSpPr>
        <p:spPr>
          <a:xfrm rot="0">
            <a:off x="7928904" y="1159344"/>
            <a:ext cx="2399176" cy="497893"/>
          </a:xfrm>
          <a:prstGeom prst="rect">
            <a:avLst/>
          </a:prstGeom>
        </p:spPr>
        <p:txBody>
          <a:bodyPr anchor="t" rtlCol="false" tIns="0" lIns="0" bIns="0" rIns="0">
            <a:spAutoFit/>
          </a:bodyPr>
          <a:lstStyle/>
          <a:p>
            <a:pPr algn="ctr" marL="0" indent="0" lvl="0">
              <a:lnSpc>
                <a:spcPts val="4057"/>
              </a:lnSpc>
              <a:spcBef>
                <a:spcPct val="0"/>
              </a:spcBef>
            </a:pPr>
            <a:r>
              <a:rPr lang="en-US" sz="2897">
                <a:solidFill>
                  <a:srgbClr val="483529"/>
                </a:solidFill>
                <a:latin typeface="Glacial Indifference"/>
                <a:ea typeface="Glacial Indifference"/>
                <a:cs typeface="Glacial Indifference"/>
                <a:sym typeface="Glacial Indifference"/>
              </a:rPr>
              <a:t>Class</a:t>
            </a:r>
          </a:p>
        </p:txBody>
      </p:sp>
      <p:sp>
        <p:nvSpPr>
          <p:cNvPr name="TextBox 36" id="36"/>
          <p:cNvSpPr txBox="true"/>
          <p:nvPr/>
        </p:nvSpPr>
        <p:spPr>
          <a:xfrm rot="0">
            <a:off x="13584247" y="1159344"/>
            <a:ext cx="3086756" cy="497893"/>
          </a:xfrm>
          <a:prstGeom prst="rect">
            <a:avLst/>
          </a:prstGeom>
        </p:spPr>
        <p:txBody>
          <a:bodyPr anchor="t" rtlCol="false" tIns="0" lIns="0" bIns="0" rIns="0">
            <a:spAutoFit/>
          </a:bodyPr>
          <a:lstStyle/>
          <a:p>
            <a:pPr algn="r" marL="0" indent="0" lvl="0">
              <a:lnSpc>
                <a:spcPts val="4057"/>
              </a:lnSpc>
              <a:spcBef>
                <a:spcPct val="0"/>
              </a:spcBef>
            </a:pPr>
            <a:r>
              <a:rPr lang="en-US" sz="2897">
                <a:solidFill>
                  <a:srgbClr val="483529"/>
                </a:solidFill>
                <a:latin typeface="Glacial Indifference"/>
                <a:ea typeface="Glacial Indifference"/>
                <a:cs typeface="Glacial Indifference"/>
                <a:sym typeface="Glacial Indifference"/>
              </a:rPr>
              <a:t>Presentation</a:t>
            </a:r>
          </a:p>
        </p:txBody>
      </p:sp>
      <p:sp>
        <p:nvSpPr>
          <p:cNvPr name="TextBox 37" id="37"/>
          <p:cNvSpPr txBox="true"/>
          <p:nvPr/>
        </p:nvSpPr>
        <p:spPr>
          <a:xfrm rot="0">
            <a:off x="1535875" y="4751885"/>
            <a:ext cx="8094369" cy="4159707"/>
          </a:xfrm>
          <a:prstGeom prst="rect">
            <a:avLst/>
          </a:prstGeom>
        </p:spPr>
        <p:txBody>
          <a:bodyPr anchor="t" rtlCol="false" tIns="0" lIns="0" bIns="0" rIns="0">
            <a:spAutoFit/>
          </a:bodyPr>
          <a:lstStyle/>
          <a:p>
            <a:pPr algn="l" marL="0" indent="0" lvl="0">
              <a:lnSpc>
                <a:spcPts val="3011"/>
              </a:lnSpc>
            </a:pPr>
            <a:r>
              <a:rPr lang="en-US" sz="2151">
                <a:solidFill>
                  <a:srgbClr val="483529"/>
                </a:solidFill>
                <a:latin typeface="Nunito Sans"/>
                <a:ea typeface="Nunito Sans"/>
                <a:cs typeface="Nunito Sans"/>
                <a:sym typeface="Nunito Sans"/>
              </a:rPr>
              <a:t>Peradaban kuno dunia berkembang di sepanjang lembah sungai besar. Mesopotamia, di antara Sungai Tigris dan Efrat, melahirkan tulisan paku dan kode hukum Hammurabi. Peradaban ini menjadi fondasi ilmu pengetahuan, perdagangan, dan pemerintahan.</a:t>
            </a:r>
          </a:p>
          <a:p>
            <a:pPr algn="l" marL="0" indent="0" lvl="0">
              <a:lnSpc>
                <a:spcPts val="3011"/>
              </a:lnSpc>
            </a:pPr>
            <a:r>
              <a:rPr lang="en-US" sz="2151">
                <a:solidFill>
                  <a:srgbClr val="483529"/>
                </a:solidFill>
                <a:latin typeface="Nunito Sans"/>
                <a:ea typeface="Nunito Sans"/>
                <a:cs typeface="Nunito Sans"/>
                <a:sym typeface="Nunito Sans"/>
              </a:rPr>
              <a:t>Mesir Kuno membangun piramida megah dan Sphinx yang masih berdiri kokoh hingga kini. Sistem hieroglif mereka mencatat sejarah ribuan tahun. Sementara itu, Lembah Indus di Asia Selatan dikenal dengan kota-kota terencana seperti Mohenjo-daro dan Harappa yang memiliki sistem sanitasi canggih.</a:t>
            </a:r>
          </a:p>
        </p:txBody>
      </p:sp>
      <p:sp>
        <p:nvSpPr>
          <p:cNvPr name="Freeform 38" id="38"/>
          <p:cNvSpPr/>
          <p:nvPr/>
        </p:nvSpPr>
        <p:spPr>
          <a:xfrm flipH="false" flipV="false" rot="-2486470">
            <a:off x="13568093" y="4715550"/>
            <a:ext cx="849021" cy="229236"/>
          </a:xfrm>
          <a:custGeom>
            <a:avLst/>
            <a:gdLst/>
            <a:ahLst/>
            <a:cxnLst/>
            <a:rect r="r" b="b" t="t" l="l"/>
            <a:pathLst>
              <a:path h="229236" w="849021">
                <a:moveTo>
                  <a:pt x="0" y="0"/>
                </a:moveTo>
                <a:lnTo>
                  <a:pt x="849021" y="0"/>
                </a:lnTo>
                <a:lnTo>
                  <a:pt x="849021" y="229235"/>
                </a:lnTo>
                <a:lnTo>
                  <a:pt x="0" y="229235"/>
                </a:lnTo>
                <a:lnTo>
                  <a:pt x="0" y="0"/>
                </a:lnTo>
                <a:close/>
              </a:path>
            </a:pathLst>
          </a:custGeom>
          <a:blipFill>
            <a:blip r:embed="rId6"/>
            <a:stretch>
              <a:fillRect l="0" t="0" r="0" b="0"/>
            </a:stretch>
          </a:blipFill>
        </p:spPr>
      </p:sp>
      <p:sp>
        <p:nvSpPr>
          <p:cNvPr name="Freeform 39" id="39"/>
          <p:cNvSpPr/>
          <p:nvPr/>
        </p:nvSpPr>
        <p:spPr>
          <a:xfrm flipH="false" flipV="false" rot="-2486470">
            <a:off x="16525688" y="6878201"/>
            <a:ext cx="849021" cy="229236"/>
          </a:xfrm>
          <a:custGeom>
            <a:avLst/>
            <a:gdLst/>
            <a:ahLst/>
            <a:cxnLst/>
            <a:rect r="r" b="b" t="t" l="l"/>
            <a:pathLst>
              <a:path h="229236" w="849021">
                <a:moveTo>
                  <a:pt x="0" y="0"/>
                </a:moveTo>
                <a:lnTo>
                  <a:pt x="849020" y="0"/>
                </a:lnTo>
                <a:lnTo>
                  <a:pt x="849020" y="229236"/>
                </a:lnTo>
                <a:lnTo>
                  <a:pt x="0" y="229236"/>
                </a:lnTo>
                <a:lnTo>
                  <a:pt x="0" y="0"/>
                </a:lnTo>
                <a:close/>
              </a:path>
            </a:pathLst>
          </a:custGeom>
          <a:blipFill>
            <a:blip r:embed="rId6"/>
            <a:stretch>
              <a:fillRect l="0" t="0" r="0" b="0"/>
            </a:stretch>
          </a:blipFill>
        </p:spPr>
      </p:sp>
      <p:sp>
        <p:nvSpPr>
          <p:cNvPr name="Freeform 40" id="40"/>
          <p:cNvSpPr/>
          <p:nvPr/>
        </p:nvSpPr>
        <p:spPr>
          <a:xfrm flipH="false" flipV="false" rot="-2486470">
            <a:off x="9903570" y="6585318"/>
            <a:ext cx="849021" cy="229236"/>
          </a:xfrm>
          <a:custGeom>
            <a:avLst/>
            <a:gdLst/>
            <a:ahLst/>
            <a:cxnLst/>
            <a:rect r="r" b="b" t="t" l="l"/>
            <a:pathLst>
              <a:path h="229236" w="849021">
                <a:moveTo>
                  <a:pt x="0" y="0"/>
                </a:moveTo>
                <a:lnTo>
                  <a:pt x="849021" y="0"/>
                </a:lnTo>
                <a:lnTo>
                  <a:pt x="849021" y="229235"/>
                </a:lnTo>
                <a:lnTo>
                  <a:pt x="0" y="229235"/>
                </a:lnTo>
                <a:lnTo>
                  <a:pt x="0" y="0"/>
                </a:lnTo>
                <a:close/>
              </a:path>
            </a:pathLst>
          </a:custGeom>
          <a:blipFill>
            <a:blip r:embed="rId6"/>
            <a:stretch>
              <a:fillRect l="0" t="0" r="0" b="0"/>
            </a:stretch>
          </a:blipFill>
        </p:spPr>
      </p:sp>
      <p:sp>
        <p:nvSpPr>
          <p:cNvPr name="Freeform 41" id="41"/>
          <p:cNvSpPr/>
          <p:nvPr/>
        </p:nvSpPr>
        <p:spPr>
          <a:xfrm flipH="false" flipV="false" rot="-8100000">
            <a:off x="12616771" y="6629671"/>
            <a:ext cx="849021" cy="229236"/>
          </a:xfrm>
          <a:custGeom>
            <a:avLst/>
            <a:gdLst/>
            <a:ahLst/>
            <a:cxnLst/>
            <a:rect r="r" b="b" t="t" l="l"/>
            <a:pathLst>
              <a:path h="229236" w="849021">
                <a:moveTo>
                  <a:pt x="0" y="0"/>
                </a:moveTo>
                <a:lnTo>
                  <a:pt x="849021" y="0"/>
                </a:lnTo>
                <a:lnTo>
                  <a:pt x="849021" y="229236"/>
                </a:lnTo>
                <a:lnTo>
                  <a:pt x="0" y="229236"/>
                </a:lnTo>
                <a:lnTo>
                  <a:pt x="0" y="0"/>
                </a:lnTo>
                <a:close/>
              </a:path>
            </a:pathLst>
          </a:custGeom>
          <a:blipFill>
            <a:blip r:embed="rId6"/>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371C08"/>
        </a:solidFill>
      </p:bgPr>
    </p:bg>
    <p:spTree>
      <p:nvGrpSpPr>
        <p:cNvPr id="1" name=""/>
        <p:cNvGrpSpPr/>
        <p:nvPr/>
      </p:nvGrpSpPr>
      <p:grpSpPr>
        <a:xfrm>
          <a:off x="0" y="0"/>
          <a:ext cx="0" cy="0"/>
          <a:chOff x="0" y="0"/>
          <a:chExt cx="0" cy="0"/>
        </a:xfrm>
      </p:grpSpPr>
      <p:grpSp>
        <p:nvGrpSpPr>
          <p:cNvPr name="Group 2" id="2"/>
          <p:cNvGrpSpPr/>
          <p:nvPr/>
        </p:nvGrpSpPr>
        <p:grpSpPr>
          <a:xfrm rot="0">
            <a:off x="518764" y="639118"/>
            <a:ext cx="17219457" cy="9064418"/>
            <a:chOff x="0" y="0"/>
            <a:chExt cx="22959275" cy="12085890"/>
          </a:xfrm>
        </p:grpSpPr>
        <p:grpSp>
          <p:nvGrpSpPr>
            <p:cNvPr name="Group 3" id="3"/>
            <p:cNvGrpSpPr/>
            <p:nvPr/>
          </p:nvGrpSpPr>
          <p:grpSpPr>
            <a:xfrm rot="0">
              <a:off x="327257" y="228600"/>
              <a:ext cx="22346115" cy="11554484"/>
              <a:chOff x="0" y="0"/>
              <a:chExt cx="4414047" cy="2282367"/>
            </a:xfrm>
          </p:grpSpPr>
          <p:sp>
            <p:nvSpPr>
              <p:cNvPr name="Freeform 4" id="4"/>
              <p:cNvSpPr/>
              <p:nvPr/>
            </p:nvSpPr>
            <p:spPr>
              <a:xfrm flipH="false" flipV="false" rot="0">
                <a:off x="0" y="0"/>
                <a:ext cx="4414047" cy="2282367"/>
              </a:xfrm>
              <a:custGeom>
                <a:avLst/>
                <a:gdLst/>
                <a:ahLst/>
                <a:cxnLst/>
                <a:rect r="r" b="b" t="t" l="l"/>
                <a:pathLst>
                  <a:path h="2282367" w="4414047">
                    <a:moveTo>
                      <a:pt x="4334629" y="0"/>
                    </a:moveTo>
                    <a:lnTo>
                      <a:pt x="79418" y="0"/>
                    </a:lnTo>
                    <a:cubicBezTo>
                      <a:pt x="79418" y="43699"/>
                      <a:pt x="44079" y="79418"/>
                      <a:pt x="0" y="79418"/>
                    </a:cubicBezTo>
                    <a:lnTo>
                      <a:pt x="0" y="2202949"/>
                    </a:lnTo>
                    <a:cubicBezTo>
                      <a:pt x="43699" y="2202949"/>
                      <a:pt x="79418" y="2238288"/>
                      <a:pt x="79418" y="2282367"/>
                    </a:cubicBezTo>
                    <a:lnTo>
                      <a:pt x="4334629" y="2282367"/>
                    </a:lnTo>
                    <a:cubicBezTo>
                      <a:pt x="4334629" y="2238668"/>
                      <a:pt x="4369968" y="2202949"/>
                      <a:pt x="4414047" y="2202949"/>
                    </a:cubicBezTo>
                    <a:lnTo>
                      <a:pt x="4414047" y="79418"/>
                    </a:lnTo>
                    <a:cubicBezTo>
                      <a:pt x="4370348" y="79418"/>
                      <a:pt x="4334629" y="44079"/>
                      <a:pt x="4334629" y="0"/>
                    </a:cubicBezTo>
                    <a:close/>
                  </a:path>
                </a:pathLst>
              </a:custGeom>
              <a:solidFill>
                <a:srgbClr val="E1D4C1"/>
              </a:solidFill>
            </p:spPr>
          </p:sp>
          <p:sp>
            <p:nvSpPr>
              <p:cNvPr name="TextBox 5" id="5"/>
              <p:cNvSpPr txBox="true"/>
              <p:nvPr/>
            </p:nvSpPr>
            <p:spPr>
              <a:xfrm>
                <a:off x="38100" y="0"/>
                <a:ext cx="4337847" cy="2244267"/>
              </a:xfrm>
              <a:prstGeom prst="rect">
                <a:avLst/>
              </a:prstGeom>
            </p:spPr>
            <p:txBody>
              <a:bodyPr anchor="ctr" rtlCol="false" tIns="50800" lIns="50800" bIns="50800" rIns="50800"/>
              <a:lstStyle/>
              <a:p>
                <a:pPr algn="ctr" marL="0" indent="0" lvl="0">
                  <a:lnSpc>
                    <a:spcPts val="2659"/>
                  </a:lnSpc>
                </a:pPr>
              </a:p>
            </p:txBody>
          </p:sp>
        </p:grpSp>
        <p:grpSp>
          <p:nvGrpSpPr>
            <p:cNvPr name="Group 6" id="6"/>
            <p:cNvGrpSpPr/>
            <p:nvPr/>
          </p:nvGrpSpPr>
          <p:grpSpPr>
            <a:xfrm rot="0">
              <a:off x="0" y="0"/>
              <a:ext cx="22959275" cy="12085890"/>
              <a:chOff x="0" y="0"/>
              <a:chExt cx="4535166" cy="2387336"/>
            </a:xfrm>
          </p:grpSpPr>
          <p:sp>
            <p:nvSpPr>
              <p:cNvPr name="Freeform 7" id="7"/>
              <p:cNvSpPr/>
              <p:nvPr/>
            </p:nvSpPr>
            <p:spPr>
              <a:xfrm flipH="false" flipV="false" rot="0">
                <a:off x="0" y="0"/>
                <a:ext cx="4535165" cy="2387336"/>
              </a:xfrm>
              <a:custGeom>
                <a:avLst/>
                <a:gdLst/>
                <a:ahLst/>
                <a:cxnLst/>
                <a:rect r="r" b="b" t="t" l="l"/>
                <a:pathLst>
                  <a:path h="2387336" w="4535165">
                    <a:moveTo>
                      <a:pt x="4455747" y="0"/>
                    </a:moveTo>
                    <a:lnTo>
                      <a:pt x="79418" y="0"/>
                    </a:lnTo>
                    <a:cubicBezTo>
                      <a:pt x="79418" y="43699"/>
                      <a:pt x="44079" y="79418"/>
                      <a:pt x="0" y="79418"/>
                    </a:cubicBezTo>
                    <a:lnTo>
                      <a:pt x="0" y="2307918"/>
                    </a:lnTo>
                    <a:cubicBezTo>
                      <a:pt x="43699" y="2307918"/>
                      <a:pt x="79418" y="2343257"/>
                      <a:pt x="79418" y="2387336"/>
                    </a:cubicBezTo>
                    <a:lnTo>
                      <a:pt x="4455747" y="2387336"/>
                    </a:lnTo>
                    <a:cubicBezTo>
                      <a:pt x="4455747" y="2343637"/>
                      <a:pt x="4491086" y="2307918"/>
                      <a:pt x="4535165" y="2307918"/>
                    </a:cubicBezTo>
                    <a:lnTo>
                      <a:pt x="4535165" y="79418"/>
                    </a:lnTo>
                    <a:cubicBezTo>
                      <a:pt x="4491466" y="79418"/>
                      <a:pt x="4455747" y="44079"/>
                      <a:pt x="4455747" y="0"/>
                    </a:cubicBezTo>
                    <a:close/>
                  </a:path>
                </a:pathLst>
              </a:custGeom>
              <a:ln w="38100" cap="sq">
                <a:solidFill>
                  <a:srgbClr val="E1D4C1"/>
                </a:solidFill>
                <a:prstDash val="solid"/>
                <a:miter/>
              </a:ln>
            </p:spPr>
          </p:sp>
          <p:sp>
            <p:nvSpPr>
              <p:cNvPr name="TextBox 8" id="8"/>
              <p:cNvSpPr txBox="true"/>
              <p:nvPr/>
            </p:nvSpPr>
            <p:spPr>
              <a:xfrm>
                <a:off x="38100" y="0"/>
                <a:ext cx="4458966" cy="2349236"/>
              </a:xfrm>
              <a:prstGeom prst="rect">
                <a:avLst/>
              </a:prstGeom>
            </p:spPr>
            <p:txBody>
              <a:bodyPr anchor="ctr" rtlCol="false" tIns="50800" lIns="50800" bIns="50800" rIns="50800"/>
              <a:lstStyle/>
              <a:p>
                <a:pPr algn="ctr" marL="0" indent="0" lvl="0">
                  <a:lnSpc>
                    <a:spcPts val="2659"/>
                  </a:lnSpc>
                </a:pPr>
              </a:p>
            </p:txBody>
          </p:sp>
        </p:grpSp>
      </p:grpSp>
      <p:grpSp>
        <p:nvGrpSpPr>
          <p:cNvPr name="Group 9" id="9"/>
          <p:cNvGrpSpPr/>
          <p:nvPr/>
        </p:nvGrpSpPr>
        <p:grpSpPr>
          <a:xfrm rot="0">
            <a:off x="341564" y="456168"/>
            <a:ext cx="354400" cy="3544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2" id="12"/>
          <p:cNvGrpSpPr/>
          <p:nvPr/>
        </p:nvGrpSpPr>
        <p:grpSpPr>
          <a:xfrm rot="0">
            <a:off x="17561021" y="456168"/>
            <a:ext cx="354400" cy="3544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5" id="15"/>
          <p:cNvGrpSpPr/>
          <p:nvPr/>
        </p:nvGrpSpPr>
        <p:grpSpPr>
          <a:xfrm rot="0">
            <a:off x="341564" y="9526336"/>
            <a:ext cx="354400" cy="35440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8" id="18"/>
          <p:cNvGrpSpPr/>
          <p:nvPr/>
        </p:nvGrpSpPr>
        <p:grpSpPr>
          <a:xfrm rot="0">
            <a:off x="17561021" y="9526336"/>
            <a:ext cx="354400" cy="35440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21" id="21"/>
          <p:cNvGrpSpPr/>
          <p:nvPr/>
        </p:nvGrpSpPr>
        <p:grpSpPr>
          <a:xfrm rot="0">
            <a:off x="11981256" y="2572203"/>
            <a:ext cx="407997" cy="5749526"/>
            <a:chOff x="0" y="0"/>
            <a:chExt cx="543995" cy="7666035"/>
          </a:xfrm>
        </p:grpSpPr>
        <p:grpSp>
          <p:nvGrpSpPr>
            <p:cNvPr name="Group 22" id="22"/>
            <p:cNvGrpSpPr/>
            <p:nvPr/>
          </p:nvGrpSpPr>
          <p:grpSpPr>
            <a:xfrm rot="0">
              <a:off x="0" y="0"/>
              <a:ext cx="521804" cy="521804"/>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B3E22"/>
              </a:solidFill>
            </p:spPr>
          </p:sp>
          <p:sp>
            <p:nvSpPr>
              <p:cNvPr name="TextBox 24" id="24"/>
              <p:cNvSpPr txBox="true"/>
              <p:nvPr/>
            </p:nvSpPr>
            <p:spPr>
              <a:xfrm>
                <a:off x="76200" y="47625"/>
                <a:ext cx="660400" cy="688975"/>
              </a:xfrm>
              <a:prstGeom prst="rect">
                <a:avLst/>
              </a:prstGeom>
            </p:spPr>
            <p:txBody>
              <a:bodyPr anchor="ctr" rtlCol="false" tIns="50800" lIns="50800" bIns="50800" rIns="50800"/>
              <a:lstStyle/>
              <a:p>
                <a:pPr algn="ctr" marL="0" indent="0" lvl="0">
                  <a:lnSpc>
                    <a:spcPts val="1960"/>
                  </a:lnSpc>
                </a:pPr>
              </a:p>
            </p:txBody>
          </p:sp>
        </p:grpSp>
        <p:sp>
          <p:nvSpPr>
            <p:cNvPr name="AutoShape 25" id="25"/>
            <p:cNvSpPr/>
            <p:nvPr/>
          </p:nvSpPr>
          <p:spPr>
            <a:xfrm flipV="true">
              <a:off x="260902" y="0"/>
              <a:ext cx="0" cy="7627008"/>
            </a:xfrm>
            <a:prstGeom prst="line">
              <a:avLst/>
            </a:prstGeom>
            <a:ln cap="flat" w="81488">
              <a:solidFill>
                <a:srgbClr val="4B3E22"/>
              </a:solidFill>
              <a:prstDash val="sysDot"/>
              <a:headEnd type="none" len="sm" w="sm"/>
              <a:tailEnd type="none" len="sm" w="sm"/>
            </a:ln>
          </p:spPr>
        </p:sp>
        <p:grpSp>
          <p:nvGrpSpPr>
            <p:cNvPr name="Group 26" id="26"/>
            <p:cNvGrpSpPr/>
            <p:nvPr/>
          </p:nvGrpSpPr>
          <p:grpSpPr>
            <a:xfrm rot="0">
              <a:off x="22191" y="2393216"/>
              <a:ext cx="521804" cy="521804"/>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B3E22"/>
              </a:solidFill>
            </p:spPr>
          </p:sp>
          <p:sp>
            <p:nvSpPr>
              <p:cNvPr name="TextBox 28" id="28"/>
              <p:cNvSpPr txBox="true"/>
              <p:nvPr/>
            </p:nvSpPr>
            <p:spPr>
              <a:xfrm>
                <a:off x="76200" y="47625"/>
                <a:ext cx="660400" cy="688975"/>
              </a:xfrm>
              <a:prstGeom prst="rect">
                <a:avLst/>
              </a:prstGeom>
            </p:spPr>
            <p:txBody>
              <a:bodyPr anchor="ctr" rtlCol="false" tIns="50800" lIns="50800" bIns="50800" rIns="50800"/>
              <a:lstStyle/>
              <a:p>
                <a:pPr algn="ctr" marL="0" indent="0" lvl="0">
                  <a:lnSpc>
                    <a:spcPts val="1960"/>
                  </a:lnSpc>
                </a:pPr>
              </a:p>
            </p:txBody>
          </p:sp>
        </p:grpSp>
        <p:grpSp>
          <p:nvGrpSpPr>
            <p:cNvPr name="Group 29" id="29"/>
            <p:cNvGrpSpPr/>
            <p:nvPr/>
          </p:nvGrpSpPr>
          <p:grpSpPr>
            <a:xfrm rot="0">
              <a:off x="22191" y="4771488"/>
              <a:ext cx="521804" cy="521804"/>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B3E22"/>
              </a:solidFill>
            </p:spPr>
          </p:sp>
          <p:sp>
            <p:nvSpPr>
              <p:cNvPr name="TextBox 31" id="31"/>
              <p:cNvSpPr txBox="true"/>
              <p:nvPr/>
            </p:nvSpPr>
            <p:spPr>
              <a:xfrm>
                <a:off x="76200" y="47625"/>
                <a:ext cx="660400" cy="688975"/>
              </a:xfrm>
              <a:prstGeom prst="rect">
                <a:avLst/>
              </a:prstGeom>
            </p:spPr>
            <p:txBody>
              <a:bodyPr anchor="ctr" rtlCol="false" tIns="50800" lIns="50800" bIns="50800" rIns="50800"/>
              <a:lstStyle/>
              <a:p>
                <a:pPr algn="ctr" marL="0" indent="0" lvl="0">
                  <a:lnSpc>
                    <a:spcPts val="1960"/>
                  </a:lnSpc>
                </a:pPr>
              </a:p>
            </p:txBody>
          </p:sp>
        </p:grpSp>
        <p:grpSp>
          <p:nvGrpSpPr>
            <p:cNvPr name="Group 32" id="32"/>
            <p:cNvGrpSpPr/>
            <p:nvPr/>
          </p:nvGrpSpPr>
          <p:grpSpPr>
            <a:xfrm rot="0">
              <a:off x="0" y="7144230"/>
              <a:ext cx="521804" cy="521804"/>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B3E22"/>
              </a:solidFill>
            </p:spPr>
          </p:sp>
          <p:sp>
            <p:nvSpPr>
              <p:cNvPr name="TextBox 34" id="34"/>
              <p:cNvSpPr txBox="true"/>
              <p:nvPr/>
            </p:nvSpPr>
            <p:spPr>
              <a:xfrm>
                <a:off x="76200" y="47625"/>
                <a:ext cx="660400" cy="688975"/>
              </a:xfrm>
              <a:prstGeom prst="rect">
                <a:avLst/>
              </a:prstGeom>
            </p:spPr>
            <p:txBody>
              <a:bodyPr anchor="ctr" rtlCol="false" tIns="50800" lIns="50800" bIns="50800" rIns="50800"/>
              <a:lstStyle/>
              <a:p>
                <a:pPr algn="ctr" marL="0" indent="0" lvl="0">
                  <a:lnSpc>
                    <a:spcPts val="1960"/>
                  </a:lnSpc>
                </a:pPr>
              </a:p>
            </p:txBody>
          </p:sp>
        </p:grpSp>
      </p:grpSp>
      <p:grpSp>
        <p:nvGrpSpPr>
          <p:cNvPr name="Group 35" id="35"/>
          <p:cNvGrpSpPr>
            <a:grpSpLocks noChangeAspect="true"/>
          </p:cNvGrpSpPr>
          <p:nvPr/>
        </p:nvGrpSpPr>
        <p:grpSpPr>
          <a:xfrm rot="0">
            <a:off x="9968860" y="2222822"/>
            <a:ext cx="1597179" cy="1176588"/>
            <a:chOff x="0" y="0"/>
            <a:chExt cx="19050000" cy="14033500"/>
          </a:xfrm>
        </p:grpSpPr>
        <p:sp>
          <p:nvSpPr>
            <p:cNvPr name="Freeform 36" id="36"/>
            <p:cNvSpPr/>
            <p:nvPr/>
          </p:nvSpPr>
          <p:spPr>
            <a:xfrm flipH="false" flipV="false" rot="0">
              <a:off x="1169582" y="1014439"/>
              <a:ext cx="16710835" cy="12004622"/>
            </a:xfrm>
            <a:custGeom>
              <a:avLst/>
              <a:gdLst/>
              <a:ahLst/>
              <a:cxnLst/>
              <a:rect r="r" b="b" t="t" l="l"/>
              <a:pathLst>
                <a:path h="12004622" w="16710835">
                  <a:moveTo>
                    <a:pt x="0" y="0"/>
                  </a:moveTo>
                  <a:lnTo>
                    <a:pt x="16710835" y="0"/>
                  </a:lnTo>
                  <a:lnTo>
                    <a:pt x="16710835" y="12004622"/>
                  </a:lnTo>
                  <a:lnTo>
                    <a:pt x="0" y="12004622"/>
                  </a:lnTo>
                  <a:close/>
                </a:path>
              </a:pathLst>
            </a:custGeom>
            <a:blipFill>
              <a:blip r:embed="rId2"/>
              <a:stretch>
                <a:fillRect l="0" t="-287" r="0" b="-287"/>
              </a:stretch>
            </a:blipFill>
          </p:spPr>
        </p:sp>
        <p:sp>
          <p:nvSpPr>
            <p:cNvPr name="Freeform 37" id="37"/>
            <p:cNvSpPr/>
            <p:nvPr/>
          </p:nvSpPr>
          <p:spPr>
            <a:xfrm flipH="false" flipV="false" rot="0">
              <a:off x="0" y="0"/>
              <a:ext cx="19050000" cy="14033500"/>
            </a:xfrm>
            <a:custGeom>
              <a:avLst/>
              <a:gdLst/>
              <a:ahLst/>
              <a:cxnLst/>
              <a:rect r="r" b="b" t="t" l="l"/>
              <a:pathLst>
                <a:path h="14033500" w="19050000">
                  <a:moveTo>
                    <a:pt x="0" y="0"/>
                  </a:moveTo>
                  <a:lnTo>
                    <a:pt x="19050000" y="0"/>
                  </a:lnTo>
                  <a:lnTo>
                    <a:pt x="19050000" y="14033500"/>
                  </a:lnTo>
                  <a:lnTo>
                    <a:pt x="0" y="14033500"/>
                  </a:lnTo>
                  <a:close/>
                </a:path>
              </a:pathLst>
            </a:custGeom>
            <a:blipFill>
              <a:blip r:embed="rId3"/>
              <a:stretch>
                <a:fillRect l="0" t="-226" r="0" b="-226"/>
              </a:stretch>
            </a:blipFill>
          </p:spPr>
        </p:sp>
      </p:grpSp>
      <p:grpSp>
        <p:nvGrpSpPr>
          <p:cNvPr name="Group 38" id="38"/>
          <p:cNvGrpSpPr>
            <a:grpSpLocks noChangeAspect="true"/>
          </p:cNvGrpSpPr>
          <p:nvPr/>
        </p:nvGrpSpPr>
        <p:grpSpPr>
          <a:xfrm rot="0">
            <a:off x="9968860" y="4085210"/>
            <a:ext cx="1597179" cy="1176588"/>
            <a:chOff x="0" y="0"/>
            <a:chExt cx="19050000" cy="14033500"/>
          </a:xfrm>
        </p:grpSpPr>
        <p:sp>
          <p:nvSpPr>
            <p:cNvPr name="Freeform 39" id="39"/>
            <p:cNvSpPr/>
            <p:nvPr/>
          </p:nvSpPr>
          <p:spPr>
            <a:xfrm flipH="false" flipV="false" rot="0">
              <a:off x="1169582" y="1014439"/>
              <a:ext cx="16710835" cy="12004622"/>
            </a:xfrm>
            <a:custGeom>
              <a:avLst/>
              <a:gdLst/>
              <a:ahLst/>
              <a:cxnLst/>
              <a:rect r="r" b="b" t="t" l="l"/>
              <a:pathLst>
                <a:path h="12004622" w="16710835">
                  <a:moveTo>
                    <a:pt x="0" y="0"/>
                  </a:moveTo>
                  <a:lnTo>
                    <a:pt x="16710835" y="0"/>
                  </a:lnTo>
                  <a:lnTo>
                    <a:pt x="16710835" y="12004622"/>
                  </a:lnTo>
                  <a:lnTo>
                    <a:pt x="0" y="12004622"/>
                  </a:lnTo>
                  <a:close/>
                </a:path>
              </a:pathLst>
            </a:custGeom>
            <a:blipFill>
              <a:blip r:embed="rId4"/>
              <a:stretch>
                <a:fillRect l="0" t="-287" r="0" b="-287"/>
              </a:stretch>
            </a:blipFill>
          </p:spPr>
        </p:sp>
        <p:sp>
          <p:nvSpPr>
            <p:cNvPr name="Freeform 40" id="40"/>
            <p:cNvSpPr/>
            <p:nvPr/>
          </p:nvSpPr>
          <p:spPr>
            <a:xfrm flipH="false" flipV="false" rot="0">
              <a:off x="0" y="0"/>
              <a:ext cx="19050000" cy="14033500"/>
            </a:xfrm>
            <a:custGeom>
              <a:avLst/>
              <a:gdLst/>
              <a:ahLst/>
              <a:cxnLst/>
              <a:rect r="r" b="b" t="t" l="l"/>
              <a:pathLst>
                <a:path h="14033500" w="19050000">
                  <a:moveTo>
                    <a:pt x="0" y="0"/>
                  </a:moveTo>
                  <a:lnTo>
                    <a:pt x="19050000" y="0"/>
                  </a:lnTo>
                  <a:lnTo>
                    <a:pt x="19050000" y="14033500"/>
                  </a:lnTo>
                  <a:lnTo>
                    <a:pt x="0" y="14033500"/>
                  </a:lnTo>
                  <a:close/>
                </a:path>
              </a:pathLst>
            </a:custGeom>
            <a:blipFill>
              <a:blip r:embed="rId3"/>
              <a:stretch>
                <a:fillRect l="0" t="-226" r="0" b="-226"/>
              </a:stretch>
            </a:blipFill>
          </p:spPr>
        </p:sp>
      </p:grpSp>
      <p:grpSp>
        <p:nvGrpSpPr>
          <p:cNvPr name="Group 41" id="41"/>
          <p:cNvGrpSpPr>
            <a:grpSpLocks noChangeAspect="true"/>
          </p:cNvGrpSpPr>
          <p:nvPr/>
        </p:nvGrpSpPr>
        <p:grpSpPr>
          <a:xfrm rot="0">
            <a:off x="10012603" y="5947598"/>
            <a:ext cx="1597179" cy="1176588"/>
            <a:chOff x="0" y="0"/>
            <a:chExt cx="19050000" cy="14033500"/>
          </a:xfrm>
        </p:grpSpPr>
        <p:sp>
          <p:nvSpPr>
            <p:cNvPr name="Freeform 42" id="42"/>
            <p:cNvSpPr/>
            <p:nvPr/>
          </p:nvSpPr>
          <p:spPr>
            <a:xfrm flipH="false" flipV="false" rot="0">
              <a:off x="1169582" y="1014439"/>
              <a:ext cx="16710835" cy="12004622"/>
            </a:xfrm>
            <a:custGeom>
              <a:avLst/>
              <a:gdLst/>
              <a:ahLst/>
              <a:cxnLst/>
              <a:rect r="r" b="b" t="t" l="l"/>
              <a:pathLst>
                <a:path h="12004622" w="16710835">
                  <a:moveTo>
                    <a:pt x="0" y="0"/>
                  </a:moveTo>
                  <a:lnTo>
                    <a:pt x="16710835" y="0"/>
                  </a:lnTo>
                  <a:lnTo>
                    <a:pt x="16710835" y="12004622"/>
                  </a:lnTo>
                  <a:lnTo>
                    <a:pt x="0" y="12004622"/>
                  </a:lnTo>
                  <a:close/>
                </a:path>
              </a:pathLst>
            </a:custGeom>
            <a:blipFill>
              <a:blip r:embed="rId5"/>
              <a:stretch>
                <a:fillRect l="0" t="-287" r="0" b="-287"/>
              </a:stretch>
            </a:blipFill>
          </p:spPr>
        </p:sp>
        <p:sp>
          <p:nvSpPr>
            <p:cNvPr name="Freeform 43" id="43"/>
            <p:cNvSpPr/>
            <p:nvPr/>
          </p:nvSpPr>
          <p:spPr>
            <a:xfrm flipH="false" flipV="false" rot="0">
              <a:off x="0" y="0"/>
              <a:ext cx="19050000" cy="14033500"/>
            </a:xfrm>
            <a:custGeom>
              <a:avLst/>
              <a:gdLst/>
              <a:ahLst/>
              <a:cxnLst/>
              <a:rect r="r" b="b" t="t" l="l"/>
              <a:pathLst>
                <a:path h="14033500" w="19050000">
                  <a:moveTo>
                    <a:pt x="0" y="0"/>
                  </a:moveTo>
                  <a:lnTo>
                    <a:pt x="19050000" y="0"/>
                  </a:lnTo>
                  <a:lnTo>
                    <a:pt x="19050000" y="14033500"/>
                  </a:lnTo>
                  <a:lnTo>
                    <a:pt x="0" y="14033500"/>
                  </a:lnTo>
                  <a:close/>
                </a:path>
              </a:pathLst>
            </a:custGeom>
            <a:blipFill>
              <a:blip r:embed="rId3"/>
              <a:stretch>
                <a:fillRect l="0" t="-226" r="0" b="-226"/>
              </a:stretch>
            </a:blipFill>
          </p:spPr>
        </p:sp>
      </p:grpSp>
      <p:grpSp>
        <p:nvGrpSpPr>
          <p:cNvPr name="Group 44" id="44"/>
          <p:cNvGrpSpPr>
            <a:grpSpLocks noChangeAspect="true"/>
          </p:cNvGrpSpPr>
          <p:nvPr/>
        </p:nvGrpSpPr>
        <p:grpSpPr>
          <a:xfrm rot="0">
            <a:off x="10012603" y="7733435"/>
            <a:ext cx="1597179" cy="1176588"/>
            <a:chOff x="0" y="0"/>
            <a:chExt cx="19050000" cy="14033500"/>
          </a:xfrm>
        </p:grpSpPr>
        <p:sp>
          <p:nvSpPr>
            <p:cNvPr name="Freeform 45" id="45"/>
            <p:cNvSpPr/>
            <p:nvPr/>
          </p:nvSpPr>
          <p:spPr>
            <a:xfrm flipH="false" flipV="false" rot="0">
              <a:off x="1169582" y="1014439"/>
              <a:ext cx="16710835" cy="12004622"/>
            </a:xfrm>
            <a:custGeom>
              <a:avLst/>
              <a:gdLst/>
              <a:ahLst/>
              <a:cxnLst/>
              <a:rect r="r" b="b" t="t" l="l"/>
              <a:pathLst>
                <a:path h="12004622" w="16710835">
                  <a:moveTo>
                    <a:pt x="0" y="0"/>
                  </a:moveTo>
                  <a:lnTo>
                    <a:pt x="16710835" y="0"/>
                  </a:lnTo>
                  <a:lnTo>
                    <a:pt x="16710835" y="12004622"/>
                  </a:lnTo>
                  <a:lnTo>
                    <a:pt x="0" y="12004622"/>
                  </a:lnTo>
                  <a:close/>
                </a:path>
              </a:pathLst>
            </a:custGeom>
            <a:blipFill>
              <a:blip r:embed="rId6"/>
              <a:stretch>
                <a:fillRect l="0" t="-287" r="0" b="-287"/>
              </a:stretch>
            </a:blipFill>
          </p:spPr>
        </p:sp>
        <p:sp>
          <p:nvSpPr>
            <p:cNvPr name="Freeform 46" id="46"/>
            <p:cNvSpPr/>
            <p:nvPr/>
          </p:nvSpPr>
          <p:spPr>
            <a:xfrm flipH="false" flipV="false" rot="0">
              <a:off x="0" y="0"/>
              <a:ext cx="19050000" cy="14033500"/>
            </a:xfrm>
            <a:custGeom>
              <a:avLst/>
              <a:gdLst/>
              <a:ahLst/>
              <a:cxnLst/>
              <a:rect r="r" b="b" t="t" l="l"/>
              <a:pathLst>
                <a:path h="14033500" w="19050000">
                  <a:moveTo>
                    <a:pt x="0" y="0"/>
                  </a:moveTo>
                  <a:lnTo>
                    <a:pt x="19050000" y="0"/>
                  </a:lnTo>
                  <a:lnTo>
                    <a:pt x="19050000" y="14033500"/>
                  </a:lnTo>
                  <a:lnTo>
                    <a:pt x="0" y="14033500"/>
                  </a:lnTo>
                  <a:close/>
                </a:path>
              </a:pathLst>
            </a:custGeom>
            <a:blipFill>
              <a:blip r:embed="rId3"/>
              <a:stretch>
                <a:fillRect l="0" t="-226" r="0" b="-226"/>
              </a:stretch>
            </a:blipFill>
          </p:spPr>
        </p:sp>
      </p:grpSp>
      <p:sp>
        <p:nvSpPr>
          <p:cNvPr name="Freeform 47" id="47"/>
          <p:cNvSpPr/>
          <p:nvPr/>
        </p:nvSpPr>
        <p:spPr>
          <a:xfrm flipH="false" flipV="false" rot="0">
            <a:off x="10601998" y="2028967"/>
            <a:ext cx="335162" cy="335862"/>
          </a:xfrm>
          <a:custGeom>
            <a:avLst/>
            <a:gdLst/>
            <a:ahLst/>
            <a:cxnLst/>
            <a:rect r="r" b="b" t="t" l="l"/>
            <a:pathLst>
              <a:path h="335862" w="335162">
                <a:moveTo>
                  <a:pt x="0" y="0"/>
                </a:moveTo>
                <a:lnTo>
                  <a:pt x="335162" y="0"/>
                </a:lnTo>
                <a:lnTo>
                  <a:pt x="335162" y="335861"/>
                </a:lnTo>
                <a:lnTo>
                  <a:pt x="0" y="335861"/>
                </a:lnTo>
                <a:lnTo>
                  <a:pt x="0" y="0"/>
                </a:lnTo>
                <a:close/>
              </a:path>
            </a:pathLst>
          </a:custGeom>
          <a:blipFill>
            <a:blip r:embed="rId7"/>
            <a:stretch>
              <a:fillRect l="0" t="0" r="0" b="0"/>
            </a:stretch>
          </a:blipFill>
        </p:spPr>
      </p:sp>
      <p:sp>
        <p:nvSpPr>
          <p:cNvPr name="Freeform 48" id="48"/>
          <p:cNvSpPr/>
          <p:nvPr/>
        </p:nvSpPr>
        <p:spPr>
          <a:xfrm flipH="false" flipV="false" rot="0">
            <a:off x="10599869" y="3917279"/>
            <a:ext cx="335162" cy="335862"/>
          </a:xfrm>
          <a:custGeom>
            <a:avLst/>
            <a:gdLst/>
            <a:ahLst/>
            <a:cxnLst/>
            <a:rect r="r" b="b" t="t" l="l"/>
            <a:pathLst>
              <a:path h="335862" w="335162">
                <a:moveTo>
                  <a:pt x="0" y="0"/>
                </a:moveTo>
                <a:lnTo>
                  <a:pt x="335162" y="0"/>
                </a:lnTo>
                <a:lnTo>
                  <a:pt x="335162" y="335862"/>
                </a:lnTo>
                <a:lnTo>
                  <a:pt x="0" y="335862"/>
                </a:lnTo>
                <a:lnTo>
                  <a:pt x="0" y="0"/>
                </a:lnTo>
                <a:close/>
              </a:path>
            </a:pathLst>
          </a:custGeom>
          <a:blipFill>
            <a:blip r:embed="rId7"/>
            <a:stretch>
              <a:fillRect l="0" t="0" r="0" b="0"/>
            </a:stretch>
          </a:blipFill>
        </p:spPr>
      </p:sp>
      <p:sp>
        <p:nvSpPr>
          <p:cNvPr name="Freeform 49" id="49"/>
          <p:cNvSpPr/>
          <p:nvPr/>
        </p:nvSpPr>
        <p:spPr>
          <a:xfrm flipH="false" flipV="false" rot="0">
            <a:off x="10597740" y="5805592"/>
            <a:ext cx="335162" cy="335862"/>
          </a:xfrm>
          <a:custGeom>
            <a:avLst/>
            <a:gdLst/>
            <a:ahLst/>
            <a:cxnLst/>
            <a:rect r="r" b="b" t="t" l="l"/>
            <a:pathLst>
              <a:path h="335862" w="335162">
                <a:moveTo>
                  <a:pt x="0" y="0"/>
                </a:moveTo>
                <a:lnTo>
                  <a:pt x="335162" y="0"/>
                </a:lnTo>
                <a:lnTo>
                  <a:pt x="335162" y="335862"/>
                </a:lnTo>
                <a:lnTo>
                  <a:pt x="0" y="335862"/>
                </a:lnTo>
                <a:lnTo>
                  <a:pt x="0" y="0"/>
                </a:lnTo>
                <a:close/>
              </a:path>
            </a:pathLst>
          </a:custGeom>
          <a:blipFill>
            <a:blip r:embed="rId7"/>
            <a:stretch>
              <a:fillRect l="0" t="0" r="0" b="0"/>
            </a:stretch>
          </a:blipFill>
        </p:spPr>
      </p:sp>
      <p:sp>
        <p:nvSpPr>
          <p:cNvPr name="Freeform 50" id="50"/>
          <p:cNvSpPr/>
          <p:nvPr/>
        </p:nvSpPr>
        <p:spPr>
          <a:xfrm flipH="false" flipV="false" rot="0">
            <a:off x="10595611" y="7693905"/>
            <a:ext cx="335162" cy="335862"/>
          </a:xfrm>
          <a:custGeom>
            <a:avLst/>
            <a:gdLst/>
            <a:ahLst/>
            <a:cxnLst/>
            <a:rect r="r" b="b" t="t" l="l"/>
            <a:pathLst>
              <a:path h="335862" w="335162">
                <a:moveTo>
                  <a:pt x="0" y="0"/>
                </a:moveTo>
                <a:lnTo>
                  <a:pt x="335162" y="0"/>
                </a:lnTo>
                <a:lnTo>
                  <a:pt x="335162" y="335862"/>
                </a:lnTo>
                <a:lnTo>
                  <a:pt x="0" y="335862"/>
                </a:lnTo>
                <a:lnTo>
                  <a:pt x="0" y="0"/>
                </a:lnTo>
                <a:close/>
              </a:path>
            </a:pathLst>
          </a:custGeom>
          <a:blipFill>
            <a:blip r:embed="rId7"/>
            <a:stretch>
              <a:fillRect l="0" t="0" r="0" b="0"/>
            </a:stretch>
          </a:blipFill>
        </p:spPr>
      </p:sp>
      <p:sp>
        <p:nvSpPr>
          <p:cNvPr name="TextBox 51" id="51"/>
          <p:cNvSpPr txBox="true"/>
          <p:nvPr/>
        </p:nvSpPr>
        <p:spPr>
          <a:xfrm rot="0">
            <a:off x="1535875" y="6158431"/>
            <a:ext cx="7820203" cy="1802231"/>
          </a:xfrm>
          <a:prstGeom prst="rect">
            <a:avLst/>
          </a:prstGeom>
        </p:spPr>
        <p:txBody>
          <a:bodyPr anchor="t" rtlCol="false" tIns="0" lIns="0" bIns="0" rIns="0">
            <a:spAutoFit/>
          </a:bodyPr>
          <a:lstStyle/>
          <a:p>
            <a:pPr algn="l" marL="0" indent="0" lvl="0">
              <a:lnSpc>
                <a:spcPts val="6927"/>
              </a:lnSpc>
            </a:pPr>
            <a:r>
              <a:rPr lang="en-US" sz="6661">
                <a:solidFill>
                  <a:srgbClr val="483529"/>
                </a:solidFill>
                <a:latin typeface="Drunken Hour"/>
                <a:ea typeface="Drunken Hour"/>
                <a:cs typeface="Drunken Hour"/>
                <a:sym typeface="Drunken Hour"/>
              </a:rPr>
              <a:t>Latar Belakang &amp; Periode Waktu</a:t>
            </a:r>
          </a:p>
        </p:txBody>
      </p:sp>
      <p:sp>
        <p:nvSpPr>
          <p:cNvPr name="TextBox 52" id="52"/>
          <p:cNvSpPr txBox="true"/>
          <p:nvPr/>
        </p:nvSpPr>
        <p:spPr>
          <a:xfrm rot="0">
            <a:off x="1535875" y="1159344"/>
            <a:ext cx="2399176" cy="497893"/>
          </a:xfrm>
          <a:prstGeom prst="rect">
            <a:avLst/>
          </a:prstGeom>
        </p:spPr>
        <p:txBody>
          <a:bodyPr anchor="t" rtlCol="false" tIns="0" lIns="0" bIns="0" rIns="0">
            <a:spAutoFit/>
          </a:bodyPr>
          <a:lstStyle/>
          <a:p>
            <a:pPr algn="l" marL="0" indent="0" lvl="0">
              <a:lnSpc>
                <a:spcPts val="4057"/>
              </a:lnSpc>
              <a:spcBef>
                <a:spcPct val="0"/>
              </a:spcBef>
            </a:pPr>
            <a:r>
              <a:rPr lang="en-US" sz="2897">
                <a:solidFill>
                  <a:srgbClr val="483529"/>
                </a:solidFill>
                <a:latin typeface="Glacial Indifference"/>
                <a:ea typeface="Glacial Indifference"/>
                <a:cs typeface="Glacial Indifference"/>
                <a:sym typeface="Glacial Indifference"/>
              </a:rPr>
              <a:t>Sejarah Dunia</a:t>
            </a:r>
          </a:p>
        </p:txBody>
      </p:sp>
      <p:sp>
        <p:nvSpPr>
          <p:cNvPr name="TextBox 53" id="53"/>
          <p:cNvSpPr txBox="true"/>
          <p:nvPr/>
        </p:nvSpPr>
        <p:spPr>
          <a:xfrm rot="0">
            <a:off x="7928904" y="1159344"/>
            <a:ext cx="2399176" cy="497893"/>
          </a:xfrm>
          <a:prstGeom prst="rect">
            <a:avLst/>
          </a:prstGeom>
        </p:spPr>
        <p:txBody>
          <a:bodyPr anchor="t" rtlCol="false" tIns="0" lIns="0" bIns="0" rIns="0">
            <a:spAutoFit/>
          </a:bodyPr>
          <a:lstStyle/>
          <a:p>
            <a:pPr algn="ctr" marL="0" indent="0" lvl="0">
              <a:lnSpc>
                <a:spcPts val="4057"/>
              </a:lnSpc>
              <a:spcBef>
                <a:spcPct val="0"/>
              </a:spcBef>
            </a:pPr>
            <a:r>
              <a:rPr lang="en-US" sz="2897">
                <a:solidFill>
                  <a:srgbClr val="483529"/>
                </a:solidFill>
                <a:latin typeface="Glacial Indifference"/>
                <a:ea typeface="Glacial Indifference"/>
                <a:cs typeface="Glacial Indifference"/>
                <a:sym typeface="Glacial Indifference"/>
              </a:rPr>
              <a:t>Kelas</a:t>
            </a:r>
          </a:p>
        </p:txBody>
      </p:sp>
      <p:sp>
        <p:nvSpPr>
          <p:cNvPr name="TextBox 54" id="54"/>
          <p:cNvSpPr txBox="true"/>
          <p:nvPr/>
        </p:nvSpPr>
        <p:spPr>
          <a:xfrm rot="0">
            <a:off x="13584247" y="1159344"/>
            <a:ext cx="3086756" cy="497893"/>
          </a:xfrm>
          <a:prstGeom prst="rect">
            <a:avLst/>
          </a:prstGeom>
        </p:spPr>
        <p:txBody>
          <a:bodyPr anchor="t" rtlCol="false" tIns="0" lIns="0" bIns="0" rIns="0">
            <a:spAutoFit/>
          </a:bodyPr>
          <a:lstStyle/>
          <a:p>
            <a:pPr algn="r" marL="0" indent="0" lvl="0">
              <a:lnSpc>
                <a:spcPts val="4057"/>
              </a:lnSpc>
              <a:spcBef>
                <a:spcPct val="0"/>
              </a:spcBef>
            </a:pPr>
            <a:r>
              <a:rPr lang="en-US" sz="2897">
                <a:solidFill>
                  <a:srgbClr val="483529"/>
                </a:solidFill>
                <a:latin typeface="Glacial Indifference"/>
                <a:ea typeface="Glacial Indifference"/>
                <a:cs typeface="Glacial Indifference"/>
                <a:sym typeface="Glacial Indifference"/>
              </a:rPr>
              <a:t>Presentasi</a:t>
            </a:r>
          </a:p>
        </p:txBody>
      </p:sp>
      <p:sp>
        <p:nvSpPr>
          <p:cNvPr name="TextBox 55" id="55"/>
          <p:cNvSpPr txBox="true"/>
          <p:nvPr/>
        </p:nvSpPr>
        <p:spPr>
          <a:xfrm rot="0">
            <a:off x="1572335" y="8299739"/>
            <a:ext cx="7608125" cy="456342"/>
          </a:xfrm>
          <a:prstGeom prst="rect">
            <a:avLst/>
          </a:prstGeom>
        </p:spPr>
        <p:txBody>
          <a:bodyPr anchor="t" rtlCol="false" tIns="0" lIns="0" bIns="0" rIns="0">
            <a:spAutoFit/>
          </a:bodyPr>
          <a:lstStyle/>
          <a:p>
            <a:pPr algn="l" marL="0" indent="0" lvl="0">
              <a:lnSpc>
                <a:spcPts val="3722"/>
              </a:lnSpc>
              <a:spcBef>
                <a:spcPct val="0"/>
              </a:spcBef>
            </a:pPr>
            <a:r>
              <a:rPr lang="en-US" sz="2658" i="true">
                <a:solidFill>
                  <a:srgbClr val="483529"/>
                </a:solidFill>
                <a:latin typeface="Nunito Sans Italics"/>
                <a:ea typeface="Nunito Sans Italics"/>
                <a:cs typeface="Nunito Sans Italics"/>
                <a:sym typeface="Nunito Sans Italics"/>
              </a:rPr>
              <a:t>Peradaban Kuno Dunia: 3500 SM - 500 SM</a:t>
            </a:r>
          </a:p>
        </p:txBody>
      </p:sp>
      <p:sp>
        <p:nvSpPr>
          <p:cNvPr name="TextBox 56" id="56"/>
          <p:cNvSpPr txBox="true"/>
          <p:nvPr/>
        </p:nvSpPr>
        <p:spPr>
          <a:xfrm rot="0">
            <a:off x="1572335" y="2295978"/>
            <a:ext cx="7010436" cy="1983386"/>
          </a:xfrm>
          <a:prstGeom prst="rect">
            <a:avLst/>
          </a:prstGeom>
        </p:spPr>
        <p:txBody>
          <a:bodyPr anchor="t" rtlCol="false" tIns="0" lIns="0" bIns="0" rIns="0">
            <a:spAutoFit/>
          </a:bodyPr>
          <a:lstStyle/>
          <a:p>
            <a:pPr algn="l" marL="0" indent="0" lvl="0">
              <a:lnSpc>
                <a:spcPts val="2631"/>
              </a:lnSpc>
            </a:pPr>
            <a:r>
              <a:rPr lang="en-US" sz="1879">
                <a:solidFill>
                  <a:srgbClr val="483529"/>
                </a:solidFill>
                <a:latin typeface="Nunito Sans"/>
                <a:ea typeface="Nunito Sans"/>
                <a:cs typeface="Nunito Sans"/>
                <a:sym typeface="Nunito Sans"/>
              </a:rPr>
              <a:t>Peradaban kuno dunia berkembang di berbagai wilayah, mulai dari lembah sungai Tigris-Eufrat di Mesopotamia hingga lembah Nil di Mesir. Bangsa Sumeria, Mesir, Yunani, dan Romawi membangun fondasi peradaban manusia dengan arsitektur megah, sistem tulisan, dan pemerintahan yang terorganisir.</a:t>
            </a:r>
          </a:p>
        </p:txBody>
      </p:sp>
      <p:sp>
        <p:nvSpPr>
          <p:cNvPr name="TextBox 57" id="57"/>
          <p:cNvSpPr txBox="true"/>
          <p:nvPr/>
        </p:nvSpPr>
        <p:spPr>
          <a:xfrm rot="0">
            <a:off x="12757705" y="2524578"/>
            <a:ext cx="1469467" cy="413534"/>
          </a:xfrm>
          <a:prstGeom prst="rect">
            <a:avLst/>
          </a:prstGeom>
        </p:spPr>
        <p:txBody>
          <a:bodyPr anchor="t" rtlCol="false" tIns="0" lIns="0" bIns="0" rIns="0">
            <a:spAutoFit/>
          </a:bodyPr>
          <a:lstStyle/>
          <a:p>
            <a:pPr algn="l" marL="0" indent="0" lvl="0">
              <a:lnSpc>
                <a:spcPts val="3411"/>
              </a:lnSpc>
              <a:spcBef>
                <a:spcPct val="0"/>
              </a:spcBef>
            </a:pPr>
            <a:r>
              <a:rPr lang="en-US" b="true" sz="2437">
                <a:solidFill>
                  <a:srgbClr val="483529"/>
                </a:solidFill>
                <a:latin typeface="Nunito Sans Bold"/>
                <a:ea typeface="Nunito Sans Bold"/>
                <a:cs typeface="Nunito Sans Bold"/>
                <a:sym typeface="Nunito Sans Bold"/>
              </a:rPr>
              <a:t>3500 SM</a:t>
            </a:r>
          </a:p>
        </p:txBody>
      </p:sp>
      <p:sp>
        <p:nvSpPr>
          <p:cNvPr name="TextBox 58" id="58"/>
          <p:cNvSpPr txBox="true"/>
          <p:nvPr/>
        </p:nvSpPr>
        <p:spPr>
          <a:xfrm rot="0">
            <a:off x="12757705" y="4397770"/>
            <a:ext cx="1469467" cy="413534"/>
          </a:xfrm>
          <a:prstGeom prst="rect">
            <a:avLst/>
          </a:prstGeom>
        </p:spPr>
        <p:txBody>
          <a:bodyPr anchor="t" rtlCol="false" tIns="0" lIns="0" bIns="0" rIns="0">
            <a:spAutoFit/>
          </a:bodyPr>
          <a:lstStyle/>
          <a:p>
            <a:pPr algn="l" marL="0" indent="0" lvl="0">
              <a:lnSpc>
                <a:spcPts val="3411"/>
              </a:lnSpc>
              <a:spcBef>
                <a:spcPct val="0"/>
              </a:spcBef>
            </a:pPr>
            <a:r>
              <a:rPr lang="en-US" b="true" sz="2437">
                <a:solidFill>
                  <a:srgbClr val="483529"/>
                </a:solidFill>
                <a:latin typeface="Nunito Sans Bold"/>
                <a:ea typeface="Nunito Sans Bold"/>
                <a:cs typeface="Nunito Sans Bold"/>
                <a:sym typeface="Nunito Sans Bold"/>
              </a:rPr>
              <a:t>2560 SM</a:t>
            </a:r>
          </a:p>
        </p:txBody>
      </p:sp>
      <p:sp>
        <p:nvSpPr>
          <p:cNvPr name="TextBox 59" id="59"/>
          <p:cNvSpPr txBox="true"/>
          <p:nvPr/>
        </p:nvSpPr>
        <p:spPr>
          <a:xfrm rot="0">
            <a:off x="12757705" y="6155845"/>
            <a:ext cx="1469467" cy="413534"/>
          </a:xfrm>
          <a:prstGeom prst="rect">
            <a:avLst/>
          </a:prstGeom>
        </p:spPr>
        <p:txBody>
          <a:bodyPr anchor="t" rtlCol="false" tIns="0" lIns="0" bIns="0" rIns="0">
            <a:spAutoFit/>
          </a:bodyPr>
          <a:lstStyle/>
          <a:p>
            <a:pPr algn="l" marL="0" indent="0" lvl="0">
              <a:lnSpc>
                <a:spcPts val="3411"/>
              </a:lnSpc>
              <a:spcBef>
                <a:spcPct val="0"/>
              </a:spcBef>
            </a:pPr>
            <a:r>
              <a:rPr lang="en-US" b="true" sz="2437">
                <a:solidFill>
                  <a:srgbClr val="483529"/>
                </a:solidFill>
                <a:latin typeface="Nunito Sans Bold"/>
                <a:ea typeface="Nunito Sans Bold"/>
                <a:cs typeface="Nunito Sans Bold"/>
                <a:sym typeface="Nunito Sans Bold"/>
              </a:rPr>
              <a:t>776 SM</a:t>
            </a:r>
          </a:p>
        </p:txBody>
      </p:sp>
      <p:sp>
        <p:nvSpPr>
          <p:cNvPr name="TextBox 60" id="60"/>
          <p:cNvSpPr txBox="true"/>
          <p:nvPr/>
        </p:nvSpPr>
        <p:spPr>
          <a:xfrm rot="0">
            <a:off x="12757705" y="7842801"/>
            <a:ext cx="1469467" cy="413534"/>
          </a:xfrm>
          <a:prstGeom prst="rect">
            <a:avLst/>
          </a:prstGeom>
        </p:spPr>
        <p:txBody>
          <a:bodyPr anchor="t" rtlCol="false" tIns="0" lIns="0" bIns="0" rIns="0">
            <a:spAutoFit/>
          </a:bodyPr>
          <a:lstStyle/>
          <a:p>
            <a:pPr algn="l" marL="0" indent="0" lvl="0">
              <a:lnSpc>
                <a:spcPts val="3411"/>
              </a:lnSpc>
              <a:spcBef>
                <a:spcPct val="0"/>
              </a:spcBef>
            </a:pPr>
            <a:r>
              <a:rPr lang="en-US" b="true" sz="2437">
                <a:solidFill>
                  <a:srgbClr val="483529"/>
                </a:solidFill>
                <a:latin typeface="Nunito Sans Bold"/>
                <a:ea typeface="Nunito Sans Bold"/>
                <a:cs typeface="Nunito Sans Bold"/>
                <a:sym typeface="Nunito Sans Bold"/>
              </a:rPr>
              <a:t>509 SM</a:t>
            </a:r>
          </a:p>
        </p:txBody>
      </p:sp>
      <p:sp>
        <p:nvSpPr>
          <p:cNvPr name="TextBox 61" id="61"/>
          <p:cNvSpPr txBox="true"/>
          <p:nvPr/>
        </p:nvSpPr>
        <p:spPr>
          <a:xfrm rot="0">
            <a:off x="12757705" y="2962708"/>
            <a:ext cx="4184253" cy="726348"/>
          </a:xfrm>
          <a:prstGeom prst="rect">
            <a:avLst/>
          </a:prstGeom>
        </p:spPr>
        <p:txBody>
          <a:bodyPr anchor="t" rtlCol="false" tIns="0" lIns="0" bIns="0" rIns="0">
            <a:spAutoFit/>
          </a:bodyPr>
          <a:lstStyle/>
          <a:p>
            <a:pPr algn="l" marL="0" indent="0" lvl="0">
              <a:lnSpc>
                <a:spcPts val="1963"/>
              </a:lnSpc>
            </a:pPr>
            <a:r>
              <a:rPr lang="en-US" sz="1402">
                <a:solidFill>
                  <a:srgbClr val="483529"/>
                </a:solidFill>
                <a:latin typeface="Nunito Sans"/>
                <a:ea typeface="Nunito Sans"/>
                <a:cs typeface="Nunito Sans"/>
                <a:sym typeface="Nunito Sans"/>
              </a:rPr>
              <a:t>Peradaban Sumeria berkembang di Mesopotamia, membangun ziggurat megah dan menciptakan sistem tulisan paku pertama di dunia.</a:t>
            </a:r>
          </a:p>
        </p:txBody>
      </p:sp>
      <p:sp>
        <p:nvSpPr>
          <p:cNvPr name="TextBox 62" id="62"/>
          <p:cNvSpPr txBox="true"/>
          <p:nvPr/>
        </p:nvSpPr>
        <p:spPr>
          <a:xfrm rot="0">
            <a:off x="12757705" y="4808173"/>
            <a:ext cx="4346679" cy="726348"/>
          </a:xfrm>
          <a:prstGeom prst="rect">
            <a:avLst/>
          </a:prstGeom>
        </p:spPr>
        <p:txBody>
          <a:bodyPr anchor="t" rtlCol="false" tIns="0" lIns="0" bIns="0" rIns="0">
            <a:spAutoFit/>
          </a:bodyPr>
          <a:lstStyle/>
          <a:p>
            <a:pPr algn="l" marL="0" indent="0" lvl="0">
              <a:lnSpc>
                <a:spcPts val="1963"/>
              </a:lnSpc>
            </a:pPr>
            <a:r>
              <a:rPr lang="en-US" sz="1402">
                <a:solidFill>
                  <a:srgbClr val="483529"/>
                </a:solidFill>
                <a:latin typeface="Nunito Sans"/>
                <a:ea typeface="Nunito Sans"/>
                <a:cs typeface="Nunito Sans"/>
                <a:sym typeface="Nunito Sans"/>
              </a:rPr>
              <a:t>Piramida Agung Giza dibangun oleh Firaun Khufu sebagai makam abadi, menjadi salah satu keajaiban dunia kuno yang masih berdiri hingga kini.</a:t>
            </a:r>
          </a:p>
        </p:txBody>
      </p:sp>
      <p:sp>
        <p:nvSpPr>
          <p:cNvPr name="TextBox 63" id="63"/>
          <p:cNvSpPr txBox="true"/>
          <p:nvPr/>
        </p:nvSpPr>
        <p:spPr>
          <a:xfrm rot="0">
            <a:off x="12757705" y="6593084"/>
            <a:ext cx="4346679" cy="726348"/>
          </a:xfrm>
          <a:prstGeom prst="rect">
            <a:avLst/>
          </a:prstGeom>
        </p:spPr>
        <p:txBody>
          <a:bodyPr anchor="t" rtlCol="false" tIns="0" lIns="0" bIns="0" rIns="0">
            <a:spAutoFit/>
          </a:bodyPr>
          <a:lstStyle/>
          <a:p>
            <a:pPr algn="l" marL="0" indent="0" lvl="0">
              <a:lnSpc>
                <a:spcPts val="1963"/>
              </a:lnSpc>
            </a:pPr>
            <a:r>
              <a:rPr lang="en-US" sz="1402">
                <a:solidFill>
                  <a:srgbClr val="483529"/>
                </a:solidFill>
                <a:latin typeface="Nunito Sans"/>
                <a:ea typeface="Nunito Sans"/>
                <a:cs typeface="Nunito Sans"/>
                <a:sym typeface="Nunito Sans"/>
              </a:rPr>
              <a:t>Olimpiade pertama digelar di Yunani Kuno, sementara Parthenon dan Acropolis Athens menjadi simbol kejayaan arsitektur Helenik.</a:t>
            </a:r>
          </a:p>
        </p:txBody>
      </p:sp>
      <p:sp>
        <p:nvSpPr>
          <p:cNvPr name="TextBox 64" id="64"/>
          <p:cNvSpPr txBox="true"/>
          <p:nvPr/>
        </p:nvSpPr>
        <p:spPr>
          <a:xfrm rot="0">
            <a:off x="12757705" y="8314964"/>
            <a:ext cx="4346679" cy="726348"/>
          </a:xfrm>
          <a:prstGeom prst="rect">
            <a:avLst/>
          </a:prstGeom>
        </p:spPr>
        <p:txBody>
          <a:bodyPr anchor="t" rtlCol="false" tIns="0" lIns="0" bIns="0" rIns="0">
            <a:spAutoFit/>
          </a:bodyPr>
          <a:lstStyle/>
          <a:p>
            <a:pPr algn="l" marL="0" indent="0" lvl="0">
              <a:lnSpc>
                <a:spcPts val="1963"/>
              </a:lnSpc>
            </a:pPr>
            <a:r>
              <a:rPr lang="en-US" sz="1402">
                <a:solidFill>
                  <a:srgbClr val="483529"/>
                </a:solidFill>
                <a:latin typeface="Nunito Sans"/>
                <a:ea typeface="Nunito Sans"/>
                <a:cs typeface="Nunito Sans"/>
                <a:sym typeface="Nunito Sans"/>
              </a:rPr>
              <a:t>Republik Romawi berdiri dan mulai membangun Forum Romanum serta infrastruktur kota yang menjadi model peradaban Barat modern.</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371C08"/>
        </a:solidFill>
      </p:bgPr>
    </p:bg>
    <p:spTree>
      <p:nvGrpSpPr>
        <p:cNvPr id="1" name=""/>
        <p:cNvGrpSpPr/>
        <p:nvPr/>
      </p:nvGrpSpPr>
      <p:grpSpPr>
        <a:xfrm>
          <a:off x="0" y="0"/>
          <a:ext cx="0" cy="0"/>
          <a:chOff x="0" y="0"/>
          <a:chExt cx="0" cy="0"/>
        </a:xfrm>
      </p:grpSpPr>
      <p:grpSp>
        <p:nvGrpSpPr>
          <p:cNvPr name="Group 2" id="2"/>
          <p:cNvGrpSpPr/>
          <p:nvPr/>
        </p:nvGrpSpPr>
        <p:grpSpPr>
          <a:xfrm rot="0">
            <a:off x="518764" y="639118"/>
            <a:ext cx="17219457" cy="9064418"/>
            <a:chOff x="0" y="0"/>
            <a:chExt cx="22959275" cy="12085890"/>
          </a:xfrm>
        </p:grpSpPr>
        <p:grpSp>
          <p:nvGrpSpPr>
            <p:cNvPr name="Group 3" id="3"/>
            <p:cNvGrpSpPr/>
            <p:nvPr/>
          </p:nvGrpSpPr>
          <p:grpSpPr>
            <a:xfrm rot="0">
              <a:off x="327257" y="228600"/>
              <a:ext cx="22346115" cy="11554484"/>
              <a:chOff x="0" y="0"/>
              <a:chExt cx="4414047" cy="2282367"/>
            </a:xfrm>
          </p:grpSpPr>
          <p:sp>
            <p:nvSpPr>
              <p:cNvPr name="Freeform 4" id="4"/>
              <p:cNvSpPr/>
              <p:nvPr/>
            </p:nvSpPr>
            <p:spPr>
              <a:xfrm flipH="false" flipV="false" rot="0">
                <a:off x="0" y="0"/>
                <a:ext cx="4414047" cy="2282367"/>
              </a:xfrm>
              <a:custGeom>
                <a:avLst/>
                <a:gdLst/>
                <a:ahLst/>
                <a:cxnLst/>
                <a:rect r="r" b="b" t="t" l="l"/>
                <a:pathLst>
                  <a:path h="2282367" w="4414047">
                    <a:moveTo>
                      <a:pt x="4334629" y="0"/>
                    </a:moveTo>
                    <a:lnTo>
                      <a:pt x="79418" y="0"/>
                    </a:lnTo>
                    <a:cubicBezTo>
                      <a:pt x="79418" y="43699"/>
                      <a:pt x="44079" y="79418"/>
                      <a:pt x="0" y="79418"/>
                    </a:cubicBezTo>
                    <a:lnTo>
                      <a:pt x="0" y="2202949"/>
                    </a:lnTo>
                    <a:cubicBezTo>
                      <a:pt x="43699" y="2202949"/>
                      <a:pt x="79418" y="2238288"/>
                      <a:pt x="79418" y="2282367"/>
                    </a:cubicBezTo>
                    <a:lnTo>
                      <a:pt x="4334629" y="2282367"/>
                    </a:lnTo>
                    <a:cubicBezTo>
                      <a:pt x="4334629" y="2238668"/>
                      <a:pt x="4369968" y="2202949"/>
                      <a:pt x="4414047" y="2202949"/>
                    </a:cubicBezTo>
                    <a:lnTo>
                      <a:pt x="4414047" y="79418"/>
                    </a:lnTo>
                    <a:cubicBezTo>
                      <a:pt x="4370348" y="79418"/>
                      <a:pt x="4334629" y="44079"/>
                      <a:pt x="4334629" y="0"/>
                    </a:cubicBezTo>
                    <a:close/>
                  </a:path>
                </a:pathLst>
              </a:custGeom>
              <a:solidFill>
                <a:srgbClr val="E1D4C1"/>
              </a:solidFill>
            </p:spPr>
          </p:sp>
          <p:sp>
            <p:nvSpPr>
              <p:cNvPr name="TextBox 5" id="5"/>
              <p:cNvSpPr txBox="true"/>
              <p:nvPr/>
            </p:nvSpPr>
            <p:spPr>
              <a:xfrm>
                <a:off x="38100" y="0"/>
                <a:ext cx="4337847" cy="2244267"/>
              </a:xfrm>
              <a:prstGeom prst="rect">
                <a:avLst/>
              </a:prstGeom>
            </p:spPr>
            <p:txBody>
              <a:bodyPr anchor="ctr" rtlCol="false" tIns="50800" lIns="50800" bIns="50800" rIns="50800"/>
              <a:lstStyle/>
              <a:p>
                <a:pPr algn="ctr" marL="0" indent="0" lvl="0">
                  <a:lnSpc>
                    <a:spcPts val="2659"/>
                  </a:lnSpc>
                </a:pPr>
              </a:p>
            </p:txBody>
          </p:sp>
        </p:grpSp>
        <p:grpSp>
          <p:nvGrpSpPr>
            <p:cNvPr name="Group 6" id="6"/>
            <p:cNvGrpSpPr/>
            <p:nvPr/>
          </p:nvGrpSpPr>
          <p:grpSpPr>
            <a:xfrm rot="0">
              <a:off x="0" y="0"/>
              <a:ext cx="22959275" cy="12085890"/>
              <a:chOff x="0" y="0"/>
              <a:chExt cx="4535166" cy="2387336"/>
            </a:xfrm>
          </p:grpSpPr>
          <p:sp>
            <p:nvSpPr>
              <p:cNvPr name="Freeform 7" id="7"/>
              <p:cNvSpPr/>
              <p:nvPr/>
            </p:nvSpPr>
            <p:spPr>
              <a:xfrm flipH="false" flipV="false" rot="0">
                <a:off x="0" y="0"/>
                <a:ext cx="4535165" cy="2387336"/>
              </a:xfrm>
              <a:custGeom>
                <a:avLst/>
                <a:gdLst/>
                <a:ahLst/>
                <a:cxnLst/>
                <a:rect r="r" b="b" t="t" l="l"/>
                <a:pathLst>
                  <a:path h="2387336" w="4535165">
                    <a:moveTo>
                      <a:pt x="4455747" y="0"/>
                    </a:moveTo>
                    <a:lnTo>
                      <a:pt x="79418" y="0"/>
                    </a:lnTo>
                    <a:cubicBezTo>
                      <a:pt x="79418" y="43699"/>
                      <a:pt x="44079" y="79418"/>
                      <a:pt x="0" y="79418"/>
                    </a:cubicBezTo>
                    <a:lnTo>
                      <a:pt x="0" y="2307918"/>
                    </a:lnTo>
                    <a:cubicBezTo>
                      <a:pt x="43699" y="2307918"/>
                      <a:pt x="79418" y="2343257"/>
                      <a:pt x="79418" y="2387336"/>
                    </a:cubicBezTo>
                    <a:lnTo>
                      <a:pt x="4455747" y="2387336"/>
                    </a:lnTo>
                    <a:cubicBezTo>
                      <a:pt x="4455747" y="2343637"/>
                      <a:pt x="4491086" y="2307918"/>
                      <a:pt x="4535165" y="2307918"/>
                    </a:cubicBezTo>
                    <a:lnTo>
                      <a:pt x="4535165" y="79418"/>
                    </a:lnTo>
                    <a:cubicBezTo>
                      <a:pt x="4491466" y="79418"/>
                      <a:pt x="4455747" y="44079"/>
                      <a:pt x="4455747" y="0"/>
                    </a:cubicBezTo>
                    <a:close/>
                  </a:path>
                </a:pathLst>
              </a:custGeom>
              <a:ln w="38100" cap="sq">
                <a:solidFill>
                  <a:srgbClr val="E1D4C1"/>
                </a:solidFill>
                <a:prstDash val="solid"/>
                <a:miter/>
              </a:ln>
            </p:spPr>
          </p:sp>
          <p:sp>
            <p:nvSpPr>
              <p:cNvPr name="TextBox 8" id="8"/>
              <p:cNvSpPr txBox="true"/>
              <p:nvPr/>
            </p:nvSpPr>
            <p:spPr>
              <a:xfrm>
                <a:off x="38100" y="0"/>
                <a:ext cx="4458966" cy="2349236"/>
              </a:xfrm>
              <a:prstGeom prst="rect">
                <a:avLst/>
              </a:prstGeom>
            </p:spPr>
            <p:txBody>
              <a:bodyPr anchor="ctr" rtlCol="false" tIns="50800" lIns="50800" bIns="50800" rIns="50800"/>
              <a:lstStyle/>
              <a:p>
                <a:pPr algn="ctr" marL="0" indent="0" lvl="0">
                  <a:lnSpc>
                    <a:spcPts val="2659"/>
                  </a:lnSpc>
                </a:pPr>
              </a:p>
            </p:txBody>
          </p:sp>
        </p:grpSp>
      </p:grpSp>
      <p:grpSp>
        <p:nvGrpSpPr>
          <p:cNvPr name="Group 9" id="9"/>
          <p:cNvGrpSpPr/>
          <p:nvPr/>
        </p:nvGrpSpPr>
        <p:grpSpPr>
          <a:xfrm rot="0">
            <a:off x="341564" y="456168"/>
            <a:ext cx="354400" cy="3544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2" id="12"/>
          <p:cNvGrpSpPr/>
          <p:nvPr/>
        </p:nvGrpSpPr>
        <p:grpSpPr>
          <a:xfrm rot="0">
            <a:off x="17561021" y="456168"/>
            <a:ext cx="354400" cy="3544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5" id="15"/>
          <p:cNvGrpSpPr/>
          <p:nvPr/>
        </p:nvGrpSpPr>
        <p:grpSpPr>
          <a:xfrm rot="0">
            <a:off x="341564" y="9526336"/>
            <a:ext cx="354400" cy="35440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8" id="18"/>
          <p:cNvGrpSpPr/>
          <p:nvPr/>
        </p:nvGrpSpPr>
        <p:grpSpPr>
          <a:xfrm rot="0">
            <a:off x="17561021" y="9526336"/>
            <a:ext cx="354400" cy="35440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21" id="21"/>
          <p:cNvGrpSpPr/>
          <p:nvPr/>
        </p:nvGrpSpPr>
        <p:grpSpPr>
          <a:xfrm rot="0">
            <a:off x="1535875" y="5379816"/>
            <a:ext cx="7181558" cy="3369332"/>
            <a:chOff x="0" y="0"/>
            <a:chExt cx="2108916" cy="989428"/>
          </a:xfrm>
        </p:grpSpPr>
        <p:sp>
          <p:nvSpPr>
            <p:cNvPr name="Freeform 22" id="22"/>
            <p:cNvSpPr/>
            <p:nvPr/>
          </p:nvSpPr>
          <p:spPr>
            <a:xfrm flipH="false" flipV="false" rot="0">
              <a:off x="0" y="0"/>
              <a:ext cx="2108916" cy="989428"/>
            </a:xfrm>
            <a:custGeom>
              <a:avLst/>
              <a:gdLst/>
              <a:ahLst/>
              <a:cxnLst/>
              <a:rect r="r" b="b" t="t" l="l"/>
              <a:pathLst>
                <a:path h="989428" w="2108916">
                  <a:moveTo>
                    <a:pt x="54979" y="0"/>
                  </a:moveTo>
                  <a:lnTo>
                    <a:pt x="2053937" y="0"/>
                  </a:lnTo>
                  <a:cubicBezTo>
                    <a:pt x="2084301" y="0"/>
                    <a:pt x="2108916" y="24615"/>
                    <a:pt x="2108916" y="54979"/>
                  </a:cubicBezTo>
                  <a:lnTo>
                    <a:pt x="2108916" y="934449"/>
                  </a:lnTo>
                  <a:cubicBezTo>
                    <a:pt x="2108916" y="949030"/>
                    <a:pt x="2103124" y="963015"/>
                    <a:pt x="2092813" y="973325"/>
                  </a:cubicBezTo>
                  <a:cubicBezTo>
                    <a:pt x="2082503" y="983636"/>
                    <a:pt x="2068518" y="989428"/>
                    <a:pt x="2053937" y="989428"/>
                  </a:cubicBezTo>
                  <a:lnTo>
                    <a:pt x="54979" y="989428"/>
                  </a:lnTo>
                  <a:cubicBezTo>
                    <a:pt x="40398" y="989428"/>
                    <a:pt x="26414" y="983636"/>
                    <a:pt x="16103" y="973325"/>
                  </a:cubicBezTo>
                  <a:cubicBezTo>
                    <a:pt x="5792" y="963015"/>
                    <a:pt x="0" y="949030"/>
                    <a:pt x="0" y="934449"/>
                  </a:cubicBezTo>
                  <a:lnTo>
                    <a:pt x="0" y="54979"/>
                  </a:lnTo>
                  <a:cubicBezTo>
                    <a:pt x="0" y="40398"/>
                    <a:pt x="5792" y="26414"/>
                    <a:pt x="16103" y="16103"/>
                  </a:cubicBezTo>
                  <a:cubicBezTo>
                    <a:pt x="26414" y="5792"/>
                    <a:pt x="40398" y="0"/>
                    <a:pt x="54979" y="0"/>
                  </a:cubicBezTo>
                  <a:close/>
                </a:path>
              </a:pathLst>
            </a:custGeom>
            <a:ln w="38100" cap="rnd">
              <a:solidFill>
                <a:srgbClr val="483529"/>
              </a:solidFill>
              <a:prstDash val="solid"/>
              <a:round/>
            </a:ln>
          </p:spPr>
        </p:sp>
        <p:sp>
          <p:nvSpPr>
            <p:cNvPr name="TextBox 23" id="23"/>
            <p:cNvSpPr txBox="true"/>
            <p:nvPr/>
          </p:nvSpPr>
          <p:spPr>
            <a:xfrm>
              <a:off x="0" y="-38100"/>
              <a:ext cx="2108916" cy="1027528"/>
            </a:xfrm>
            <a:prstGeom prst="rect">
              <a:avLst/>
            </a:prstGeom>
          </p:spPr>
          <p:txBody>
            <a:bodyPr anchor="ctr" rtlCol="false" tIns="50800" lIns="50800" bIns="50800" rIns="50800"/>
            <a:lstStyle/>
            <a:p>
              <a:pPr algn="ctr" marL="0" indent="0" lvl="0">
                <a:lnSpc>
                  <a:spcPts val="2659"/>
                </a:lnSpc>
              </a:pPr>
            </a:p>
          </p:txBody>
        </p:sp>
      </p:grpSp>
      <p:sp>
        <p:nvSpPr>
          <p:cNvPr name="Freeform 24" id="24"/>
          <p:cNvSpPr/>
          <p:nvPr/>
        </p:nvSpPr>
        <p:spPr>
          <a:xfrm flipH="false" flipV="false" rot="0">
            <a:off x="11664213" y="2760640"/>
            <a:ext cx="3077740" cy="3077740"/>
          </a:xfrm>
          <a:custGeom>
            <a:avLst/>
            <a:gdLst/>
            <a:ahLst/>
            <a:cxnLst/>
            <a:rect r="r" b="b" t="t" l="l"/>
            <a:pathLst>
              <a:path h="3077740" w="3077740">
                <a:moveTo>
                  <a:pt x="0" y="0"/>
                </a:moveTo>
                <a:lnTo>
                  <a:pt x="3077740" y="0"/>
                </a:lnTo>
                <a:lnTo>
                  <a:pt x="3077740" y="3077741"/>
                </a:lnTo>
                <a:lnTo>
                  <a:pt x="0" y="3077741"/>
                </a:lnTo>
                <a:lnTo>
                  <a:pt x="0" y="0"/>
                </a:lnTo>
                <a:close/>
              </a:path>
            </a:pathLst>
          </a:custGeom>
          <a:blipFill>
            <a:blip r:embed="rId2"/>
            <a:stretch>
              <a:fillRect l="0" t="0" r="0" b="0"/>
            </a:stretch>
          </a:blipFill>
        </p:spPr>
      </p:sp>
      <p:grpSp>
        <p:nvGrpSpPr>
          <p:cNvPr name="Group 25" id="25"/>
          <p:cNvGrpSpPr>
            <a:grpSpLocks noChangeAspect="true"/>
          </p:cNvGrpSpPr>
          <p:nvPr/>
        </p:nvGrpSpPr>
        <p:grpSpPr>
          <a:xfrm rot="0">
            <a:off x="11699651" y="2829092"/>
            <a:ext cx="2910767" cy="2910767"/>
            <a:chOff x="0" y="0"/>
            <a:chExt cx="19050000" cy="19050000"/>
          </a:xfrm>
        </p:grpSpPr>
        <p:sp>
          <p:nvSpPr>
            <p:cNvPr name="Freeform 26" id="26"/>
            <p:cNvSpPr/>
            <p:nvPr/>
          </p:nvSpPr>
          <p:spPr>
            <a:xfrm flipH="false" flipV="false" rot="0">
              <a:off x="741564" y="780669"/>
              <a:ext cx="17566872" cy="17488662"/>
            </a:xfrm>
            <a:custGeom>
              <a:avLst/>
              <a:gdLst/>
              <a:ahLst/>
              <a:cxnLst/>
              <a:rect r="r" b="b" t="t" l="l"/>
              <a:pathLst>
                <a:path h="17488662" w="17566872">
                  <a:moveTo>
                    <a:pt x="8783436" y="88"/>
                  </a:moveTo>
                  <a:cubicBezTo>
                    <a:pt x="5650103" y="-13925"/>
                    <a:pt x="2748769" y="1649647"/>
                    <a:pt x="1178044" y="4360882"/>
                  </a:cubicBezTo>
                  <a:cubicBezTo>
                    <a:pt x="-392682" y="7072116"/>
                    <a:pt x="-392682" y="10416545"/>
                    <a:pt x="1178044" y="13127780"/>
                  </a:cubicBezTo>
                  <a:cubicBezTo>
                    <a:pt x="2748769" y="15839014"/>
                    <a:pt x="5650103" y="17502587"/>
                    <a:pt x="8783436" y="17488574"/>
                  </a:cubicBezTo>
                  <a:cubicBezTo>
                    <a:pt x="11916769" y="17502587"/>
                    <a:pt x="14818102" y="15839014"/>
                    <a:pt x="16388828" y="13127780"/>
                  </a:cubicBezTo>
                  <a:cubicBezTo>
                    <a:pt x="17959553" y="10416545"/>
                    <a:pt x="17959553" y="7072116"/>
                    <a:pt x="16388828" y="4360882"/>
                  </a:cubicBezTo>
                  <a:cubicBezTo>
                    <a:pt x="14818102" y="1649647"/>
                    <a:pt x="11916769" y="-13925"/>
                    <a:pt x="8783436" y="88"/>
                  </a:cubicBezTo>
                  <a:close/>
                </a:path>
              </a:pathLst>
            </a:custGeom>
            <a:blipFill>
              <a:blip r:embed="rId3"/>
              <a:stretch>
                <a:fillRect l="-27" t="0" r="-27" b="0"/>
              </a:stretch>
            </a:blipFill>
          </p:spPr>
        </p:sp>
        <p:sp>
          <p:nvSpPr>
            <p:cNvPr name="Freeform 27" id="27"/>
            <p:cNvSpPr/>
            <p:nvPr/>
          </p:nvSpPr>
          <p:spPr>
            <a:xfrm flipH="false" flipV="false" rot="0">
              <a:off x="0" y="0"/>
              <a:ext cx="19050000" cy="19050000"/>
            </a:xfrm>
            <a:custGeom>
              <a:avLst/>
              <a:gdLst/>
              <a:ahLst/>
              <a:cxnLst/>
              <a:rect r="r" b="b" t="t" l="l"/>
              <a:pathLst>
                <a:path h="19050000" w="19050000">
                  <a:moveTo>
                    <a:pt x="0" y="0"/>
                  </a:moveTo>
                  <a:lnTo>
                    <a:pt x="19050000" y="0"/>
                  </a:lnTo>
                  <a:lnTo>
                    <a:pt x="19050000" y="19050000"/>
                  </a:lnTo>
                  <a:lnTo>
                    <a:pt x="0" y="19050000"/>
                  </a:lnTo>
                  <a:close/>
                </a:path>
              </a:pathLst>
            </a:custGeom>
            <a:blipFill>
              <a:blip r:embed="rId4"/>
              <a:stretch>
                <a:fillRect l="0" t="0" r="0" b="0"/>
              </a:stretch>
            </a:blipFill>
          </p:spPr>
        </p:sp>
      </p:grpSp>
      <p:sp>
        <p:nvSpPr>
          <p:cNvPr name="Freeform 28" id="28"/>
          <p:cNvSpPr/>
          <p:nvPr/>
        </p:nvSpPr>
        <p:spPr>
          <a:xfrm flipH="false" flipV="false" rot="0">
            <a:off x="13676750" y="5773944"/>
            <a:ext cx="3077740" cy="3077740"/>
          </a:xfrm>
          <a:custGeom>
            <a:avLst/>
            <a:gdLst/>
            <a:ahLst/>
            <a:cxnLst/>
            <a:rect r="r" b="b" t="t" l="l"/>
            <a:pathLst>
              <a:path h="3077740" w="3077740">
                <a:moveTo>
                  <a:pt x="0" y="0"/>
                </a:moveTo>
                <a:lnTo>
                  <a:pt x="3077740" y="0"/>
                </a:lnTo>
                <a:lnTo>
                  <a:pt x="3077740" y="3077740"/>
                </a:lnTo>
                <a:lnTo>
                  <a:pt x="0" y="3077740"/>
                </a:lnTo>
                <a:lnTo>
                  <a:pt x="0" y="0"/>
                </a:lnTo>
                <a:close/>
              </a:path>
            </a:pathLst>
          </a:custGeom>
          <a:blipFill>
            <a:blip r:embed="rId2"/>
            <a:stretch>
              <a:fillRect l="0" t="0" r="0" b="0"/>
            </a:stretch>
          </a:blipFill>
        </p:spPr>
      </p:sp>
      <p:grpSp>
        <p:nvGrpSpPr>
          <p:cNvPr name="Group 29" id="29"/>
          <p:cNvGrpSpPr>
            <a:grpSpLocks noChangeAspect="true"/>
          </p:cNvGrpSpPr>
          <p:nvPr/>
        </p:nvGrpSpPr>
        <p:grpSpPr>
          <a:xfrm rot="0">
            <a:off x="13760236" y="5838381"/>
            <a:ext cx="2910767" cy="2910767"/>
            <a:chOff x="0" y="0"/>
            <a:chExt cx="19050000" cy="19050000"/>
          </a:xfrm>
        </p:grpSpPr>
        <p:sp>
          <p:nvSpPr>
            <p:cNvPr name="Freeform 30" id="30"/>
            <p:cNvSpPr/>
            <p:nvPr/>
          </p:nvSpPr>
          <p:spPr>
            <a:xfrm flipH="false" flipV="false" rot="0">
              <a:off x="741564" y="780669"/>
              <a:ext cx="17566872" cy="17488662"/>
            </a:xfrm>
            <a:custGeom>
              <a:avLst/>
              <a:gdLst/>
              <a:ahLst/>
              <a:cxnLst/>
              <a:rect r="r" b="b" t="t" l="l"/>
              <a:pathLst>
                <a:path h="17488662" w="17566872">
                  <a:moveTo>
                    <a:pt x="8783436" y="88"/>
                  </a:moveTo>
                  <a:cubicBezTo>
                    <a:pt x="5650103" y="-13925"/>
                    <a:pt x="2748769" y="1649647"/>
                    <a:pt x="1178044" y="4360882"/>
                  </a:cubicBezTo>
                  <a:cubicBezTo>
                    <a:pt x="-392682" y="7072116"/>
                    <a:pt x="-392682" y="10416545"/>
                    <a:pt x="1178044" y="13127780"/>
                  </a:cubicBezTo>
                  <a:cubicBezTo>
                    <a:pt x="2748769" y="15839014"/>
                    <a:pt x="5650103" y="17502587"/>
                    <a:pt x="8783436" y="17488574"/>
                  </a:cubicBezTo>
                  <a:cubicBezTo>
                    <a:pt x="11916769" y="17502587"/>
                    <a:pt x="14818102" y="15839014"/>
                    <a:pt x="16388828" y="13127780"/>
                  </a:cubicBezTo>
                  <a:cubicBezTo>
                    <a:pt x="17959553" y="10416545"/>
                    <a:pt x="17959553" y="7072116"/>
                    <a:pt x="16388828" y="4360882"/>
                  </a:cubicBezTo>
                  <a:cubicBezTo>
                    <a:pt x="14818102" y="1649647"/>
                    <a:pt x="11916769" y="-13925"/>
                    <a:pt x="8783436" y="88"/>
                  </a:cubicBezTo>
                  <a:close/>
                </a:path>
              </a:pathLst>
            </a:custGeom>
            <a:blipFill>
              <a:blip r:embed="rId5"/>
              <a:stretch>
                <a:fillRect l="-27" t="0" r="-27" b="0"/>
              </a:stretch>
            </a:blipFill>
          </p:spPr>
        </p:sp>
        <p:sp>
          <p:nvSpPr>
            <p:cNvPr name="Freeform 31" id="31"/>
            <p:cNvSpPr/>
            <p:nvPr/>
          </p:nvSpPr>
          <p:spPr>
            <a:xfrm flipH="false" flipV="false" rot="0">
              <a:off x="0" y="0"/>
              <a:ext cx="19050000" cy="19050000"/>
            </a:xfrm>
            <a:custGeom>
              <a:avLst/>
              <a:gdLst/>
              <a:ahLst/>
              <a:cxnLst/>
              <a:rect r="r" b="b" t="t" l="l"/>
              <a:pathLst>
                <a:path h="19050000" w="19050000">
                  <a:moveTo>
                    <a:pt x="0" y="0"/>
                  </a:moveTo>
                  <a:lnTo>
                    <a:pt x="19050000" y="0"/>
                  </a:lnTo>
                  <a:lnTo>
                    <a:pt x="19050000" y="19050000"/>
                  </a:lnTo>
                  <a:lnTo>
                    <a:pt x="0" y="19050000"/>
                  </a:lnTo>
                  <a:close/>
                </a:path>
              </a:pathLst>
            </a:custGeom>
            <a:blipFill>
              <a:blip r:embed="rId4"/>
              <a:stretch>
                <a:fillRect l="0" t="0" r="0" b="0"/>
              </a:stretch>
            </a:blipFill>
          </p:spPr>
        </p:sp>
      </p:grpSp>
      <p:sp>
        <p:nvSpPr>
          <p:cNvPr name="Freeform 32" id="32"/>
          <p:cNvSpPr/>
          <p:nvPr/>
        </p:nvSpPr>
        <p:spPr>
          <a:xfrm flipH="false" flipV="false" rot="0">
            <a:off x="9937099" y="5785552"/>
            <a:ext cx="3077740" cy="3077740"/>
          </a:xfrm>
          <a:custGeom>
            <a:avLst/>
            <a:gdLst/>
            <a:ahLst/>
            <a:cxnLst/>
            <a:rect r="r" b="b" t="t" l="l"/>
            <a:pathLst>
              <a:path h="3077740" w="3077740">
                <a:moveTo>
                  <a:pt x="0" y="0"/>
                </a:moveTo>
                <a:lnTo>
                  <a:pt x="3077740" y="0"/>
                </a:lnTo>
                <a:lnTo>
                  <a:pt x="3077740" y="3077740"/>
                </a:lnTo>
                <a:lnTo>
                  <a:pt x="0" y="3077740"/>
                </a:lnTo>
                <a:lnTo>
                  <a:pt x="0" y="0"/>
                </a:lnTo>
                <a:close/>
              </a:path>
            </a:pathLst>
          </a:custGeom>
          <a:blipFill>
            <a:blip r:embed="rId2"/>
            <a:stretch>
              <a:fillRect l="0" t="0" r="0" b="0"/>
            </a:stretch>
          </a:blipFill>
        </p:spPr>
      </p:sp>
      <p:grpSp>
        <p:nvGrpSpPr>
          <p:cNvPr name="Group 33" id="33"/>
          <p:cNvGrpSpPr>
            <a:grpSpLocks noChangeAspect="true"/>
          </p:cNvGrpSpPr>
          <p:nvPr/>
        </p:nvGrpSpPr>
        <p:grpSpPr>
          <a:xfrm rot="0">
            <a:off x="9954783" y="5838381"/>
            <a:ext cx="2910767" cy="2910767"/>
            <a:chOff x="0" y="0"/>
            <a:chExt cx="19050000" cy="19050000"/>
          </a:xfrm>
        </p:grpSpPr>
        <p:sp>
          <p:nvSpPr>
            <p:cNvPr name="Freeform 34" id="34"/>
            <p:cNvSpPr/>
            <p:nvPr/>
          </p:nvSpPr>
          <p:spPr>
            <a:xfrm flipH="false" flipV="false" rot="0">
              <a:off x="741564" y="780669"/>
              <a:ext cx="17566872" cy="17488662"/>
            </a:xfrm>
            <a:custGeom>
              <a:avLst/>
              <a:gdLst/>
              <a:ahLst/>
              <a:cxnLst/>
              <a:rect r="r" b="b" t="t" l="l"/>
              <a:pathLst>
                <a:path h="17488662" w="17566872">
                  <a:moveTo>
                    <a:pt x="8783436" y="88"/>
                  </a:moveTo>
                  <a:cubicBezTo>
                    <a:pt x="5650103" y="-13925"/>
                    <a:pt x="2748769" y="1649647"/>
                    <a:pt x="1178044" y="4360882"/>
                  </a:cubicBezTo>
                  <a:cubicBezTo>
                    <a:pt x="-392682" y="7072116"/>
                    <a:pt x="-392682" y="10416545"/>
                    <a:pt x="1178044" y="13127780"/>
                  </a:cubicBezTo>
                  <a:cubicBezTo>
                    <a:pt x="2748769" y="15839014"/>
                    <a:pt x="5650103" y="17502587"/>
                    <a:pt x="8783436" y="17488574"/>
                  </a:cubicBezTo>
                  <a:cubicBezTo>
                    <a:pt x="11916769" y="17502587"/>
                    <a:pt x="14818102" y="15839014"/>
                    <a:pt x="16388828" y="13127780"/>
                  </a:cubicBezTo>
                  <a:cubicBezTo>
                    <a:pt x="17959553" y="10416545"/>
                    <a:pt x="17959553" y="7072116"/>
                    <a:pt x="16388828" y="4360882"/>
                  </a:cubicBezTo>
                  <a:cubicBezTo>
                    <a:pt x="14818102" y="1649647"/>
                    <a:pt x="11916769" y="-13925"/>
                    <a:pt x="8783436" y="88"/>
                  </a:cubicBezTo>
                  <a:close/>
                </a:path>
              </a:pathLst>
            </a:custGeom>
            <a:blipFill>
              <a:blip r:embed="rId6"/>
              <a:stretch>
                <a:fillRect l="-27" t="0" r="-27" b="0"/>
              </a:stretch>
            </a:blipFill>
          </p:spPr>
        </p:sp>
        <p:sp>
          <p:nvSpPr>
            <p:cNvPr name="Freeform 35" id="35"/>
            <p:cNvSpPr/>
            <p:nvPr/>
          </p:nvSpPr>
          <p:spPr>
            <a:xfrm flipH="false" flipV="false" rot="0">
              <a:off x="0" y="0"/>
              <a:ext cx="19050000" cy="19050000"/>
            </a:xfrm>
            <a:custGeom>
              <a:avLst/>
              <a:gdLst/>
              <a:ahLst/>
              <a:cxnLst/>
              <a:rect r="r" b="b" t="t" l="l"/>
              <a:pathLst>
                <a:path h="19050000" w="19050000">
                  <a:moveTo>
                    <a:pt x="0" y="0"/>
                  </a:moveTo>
                  <a:lnTo>
                    <a:pt x="19050000" y="0"/>
                  </a:lnTo>
                  <a:lnTo>
                    <a:pt x="19050000" y="19050000"/>
                  </a:lnTo>
                  <a:lnTo>
                    <a:pt x="0" y="19050000"/>
                  </a:lnTo>
                  <a:close/>
                </a:path>
              </a:pathLst>
            </a:custGeom>
            <a:blipFill>
              <a:blip r:embed="rId4"/>
              <a:stretch>
                <a:fillRect l="0" t="0" r="0" b="0"/>
              </a:stretch>
            </a:blipFill>
          </p:spPr>
        </p:sp>
      </p:grpSp>
      <p:sp>
        <p:nvSpPr>
          <p:cNvPr name="Freeform 36" id="36"/>
          <p:cNvSpPr/>
          <p:nvPr/>
        </p:nvSpPr>
        <p:spPr>
          <a:xfrm flipH="false" flipV="false" rot="0">
            <a:off x="11170223" y="5684326"/>
            <a:ext cx="388107" cy="388592"/>
          </a:xfrm>
          <a:custGeom>
            <a:avLst/>
            <a:gdLst/>
            <a:ahLst/>
            <a:cxnLst/>
            <a:rect r="r" b="b" t="t" l="l"/>
            <a:pathLst>
              <a:path h="388592" w="388107">
                <a:moveTo>
                  <a:pt x="0" y="0"/>
                </a:moveTo>
                <a:lnTo>
                  <a:pt x="388106" y="0"/>
                </a:lnTo>
                <a:lnTo>
                  <a:pt x="388106" y="388593"/>
                </a:lnTo>
                <a:lnTo>
                  <a:pt x="0" y="388593"/>
                </a:lnTo>
                <a:lnTo>
                  <a:pt x="0" y="0"/>
                </a:lnTo>
                <a:close/>
              </a:path>
            </a:pathLst>
          </a:custGeom>
          <a:blipFill>
            <a:blip r:embed="rId7"/>
            <a:stretch>
              <a:fillRect l="0" t="0" r="0" b="0"/>
            </a:stretch>
          </a:blipFill>
        </p:spPr>
      </p:sp>
      <p:sp>
        <p:nvSpPr>
          <p:cNvPr name="TextBox 37" id="37"/>
          <p:cNvSpPr txBox="true"/>
          <p:nvPr/>
        </p:nvSpPr>
        <p:spPr>
          <a:xfrm rot="0">
            <a:off x="1535875" y="2905292"/>
            <a:ext cx="9874291" cy="2176366"/>
          </a:xfrm>
          <a:prstGeom prst="rect">
            <a:avLst/>
          </a:prstGeom>
        </p:spPr>
        <p:txBody>
          <a:bodyPr anchor="t" rtlCol="false" tIns="0" lIns="0" bIns="0" rIns="0">
            <a:spAutoFit/>
          </a:bodyPr>
          <a:lstStyle/>
          <a:p>
            <a:pPr algn="l" marL="0" indent="0" lvl="0">
              <a:lnSpc>
                <a:spcPts val="8430"/>
              </a:lnSpc>
            </a:pPr>
            <a:r>
              <a:rPr lang="en-US" sz="7806">
                <a:solidFill>
                  <a:srgbClr val="483529"/>
                </a:solidFill>
                <a:latin typeface="Drunken Hour"/>
                <a:ea typeface="Drunken Hour"/>
                <a:cs typeface="Drunken Hour"/>
                <a:sym typeface="Drunken Hour"/>
              </a:rPr>
              <a:t>kEJAYAAN</a:t>
            </a:r>
          </a:p>
          <a:p>
            <a:pPr algn="l" marL="0" indent="0" lvl="0">
              <a:lnSpc>
                <a:spcPts val="8430"/>
              </a:lnSpc>
            </a:pPr>
            <a:r>
              <a:rPr lang="en-US" sz="7806">
                <a:solidFill>
                  <a:srgbClr val="483529"/>
                </a:solidFill>
                <a:latin typeface="Drunken Hour"/>
                <a:ea typeface="Drunken Hour"/>
                <a:cs typeface="Drunken Hour"/>
                <a:sym typeface="Drunken Hour"/>
              </a:rPr>
              <a:t>YUNANI &amp; ROMAWI</a:t>
            </a:r>
          </a:p>
        </p:txBody>
      </p:sp>
      <p:sp>
        <p:nvSpPr>
          <p:cNvPr name="TextBox 38" id="38"/>
          <p:cNvSpPr txBox="true"/>
          <p:nvPr/>
        </p:nvSpPr>
        <p:spPr>
          <a:xfrm rot="0">
            <a:off x="1535875" y="1159344"/>
            <a:ext cx="2399176" cy="497893"/>
          </a:xfrm>
          <a:prstGeom prst="rect">
            <a:avLst/>
          </a:prstGeom>
        </p:spPr>
        <p:txBody>
          <a:bodyPr anchor="t" rtlCol="false" tIns="0" lIns="0" bIns="0" rIns="0">
            <a:spAutoFit/>
          </a:bodyPr>
          <a:lstStyle/>
          <a:p>
            <a:pPr algn="l" marL="0" indent="0" lvl="0">
              <a:lnSpc>
                <a:spcPts val="4057"/>
              </a:lnSpc>
              <a:spcBef>
                <a:spcPct val="0"/>
              </a:spcBef>
            </a:pPr>
            <a:r>
              <a:rPr lang="en-US" sz="2897">
                <a:solidFill>
                  <a:srgbClr val="483529"/>
                </a:solidFill>
                <a:latin typeface="Glacial Indifference"/>
                <a:ea typeface="Glacial Indifference"/>
                <a:cs typeface="Glacial Indifference"/>
                <a:sym typeface="Glacial Indifference"/>
              </a:rPr>
              <a:t>Sejarah Dunia</a:t>
            </a:r>
          </a:p>
        </p:txBody>
      </p:sp>
      <p:sp>
        <p:nvSpPr>
          <p:cNvPr name="TextBox 39" id="39"/>
          <p:cNvSpPr txBox="true"/>
          <p:nvPr/>
        </p:nvSpPr>
        <p:spPr>
          <a:xfrm rot="0">
            <a:off x="7928904" y="1159344"/>
            <a:ext cx="2399176" cy="497893"/>
          </a:xfrm>
          <a:prstGeom prst="rect">
            <a:avLst/>
          </a:prstGeom>
        </p:spPr>
        <p:txBody>
          <a:bodyPr anchor="t" rtlCol="false" tIns="0" lIns="0" bIns="0" rIns="0">
            <a:spAutoFit/>
          </a:bodyPr>
          <a:lstStyle/>
          <a:p>
            <a:pPr algn="ctr" marL="0" indent="0" lvl="0">
              <a:lnSpc>
                <a:spcPts val="4057"/>
              </a:lnSpc>
              <a:spcBef>
                <a:spcPct val="0"/>
              </a:spcBef>
            </a:pPr>
            <a:r>
              <a:rPr lang="en-US" sz="2897">
                <a:solidFill>
                  <a:srgbClr val="483529"/>
                </a:solidFill>
                <a:latin typeface="Glacial Indifference"/>
                <a:ea typeface="Glacial Indifference"/>
                <a:cs typeface="Glacial Indifference"/>
                <a:sym typeface="Glacial Indifference"/>
              </a:rPr>
              <a:t>Kelas</a:t>
            </a:r>
          </a:p>
        </p:txBody>
      </p:sp>
      <p:sp>
        <p:nvSpPr>
          <p:cNvPr name="TextBox 40" id="40"/>
          <p:cNvSpPr txBox="true"/>
          <p:nvPr/>
        </p:nvSpPr>
        <p:spPr>
          <a:xfrm rot="0">
            <a:off x="13584247" y="1159344"/>
            <a:ext cx="3086756" cy="497893"/>
          </a:xfrm>
          <a:prstGeom prst="rect">
            <a:avLst/>
          </a:prstGeom>
        </p:spPr>
        <p:txBody>
          <a:bodyPr anchor="t" rtlCol="false" tIns="0" lIns="0" bIns="0" rIns="0">
            <a:spAutoFit/>
          </a:bodyPr>
          <a:lstStyle/>
          <a:p>
            <a:pPr algn="r" marL="0" indent="0" lvl="0">
              <a:lnSpc>
                <a:spcPts val="4057"/>
              </a:lnSpc>
              <a:spcBef>
                <a:spcPct val="0"/>
              </a:spcBef>
            </a:pPr>
            <a:r>
              <a:rPr lang="en-US" sz="2897">
                <a:solidFill>
                  <a:srgbClr val="483529"/>
                </a:solidFill>
                <a:latin typeface="Glacial Indifference"/>
                <a:ea typeface="Glacial Indifference"/>
                <a:cs typeface="Glacial Indifference"/>
                <a:sym typeface="Glacial Indifference"/>
              </a:rPr>
              <a:t>Presentasi</a:t>
            </a:r>
          </a:p>
        </p:txBody>
      </p:sp>
      <p:sp>
        <p:nvSpPr>
          <p:cNvPr name="TextBox 41" id="41"/>
          <p:cNvSpPr txBox="true"/>
          <p:nvPr/>
        </p:nvSpPr>
        <p:spPr>
          <a:xfrm rot="0">
            <a:off x="1998901" y="5701758"/>
            <a:ext cx="7181558" cy="396126"/>
          </a:xfrm>
          <a:prstGeom prst="rect">
            <a:avLst/>
          </a:prstGeom>
        </p:spPr>
        <p:txBody>
          <a:bodyPr anchor="t" rtlCol="false" tIns="0" lIns="0" bIns="0" rIns="0">
            <a:spAutoFit/>
          </a:bodyPr>
          <a:lstStyle/>
          <a:p>
            <a:pPr algn="l" marL="0" indent="0" lvl="0">
              <a:lnSpc>
                <a:spcPts val="3338"/>
              </a:lnSpc>
              <a:spcBef>
                <a:spcPct val="0"/>
              </a:spcBef>
            </a:pPr>
            <a:r>
              <a:rPr lang="en-US" b="true" sz="2384" i="true">
                <a:solidFill>
                  <a:srgbClr val="483529"/>
                </a:solidFill>
                <a:latin typeface="Nunito Sans Bold Italics"/>
                <a:ea typeface="Nunito Sans Bold Italics"/>
                <a:cs typeface="Nunito Sans Bold Italics"/>
                <a:sym typeface="Nunito Sans Bold Italics"/>
              </a:rPr>
              <a:t>Tokoh-Tokoh Berpengaruh</a:t>
            </a:r>
          </a:p>
        </p:txBody>
      </p:sp>
      <p:sp>
        <p:nvSpPr>
          <p:cNvPr name="TextBox 42" id="42"/>
          <p:cNvSpPr txBox="true"/>
          <p:nvPr/>
        </p:nvSpPr>
        <p:spPr>
          <a:xfrm rot="0">
            <a:off x="1998901" y="6272764"/>
            <a:ext cx="6312801" cy="2037006"/>
          </a:xfrm>
          <a:prstGeom prst="rect">
            <a:avLst/>
          </a:prstGeom>
        </p:spPr>
        <p:txBody>
          <a:bodyPr anchor="t" rtlCol="false" tIns="0" lIns="0" bIns="0" rIns="0">
            <a:spAutoFit/>
          </a:bodyPr>
          <a:lstStyle/>
          <a:p>
            <a:pPr algn="l" marL="0" indent="0" lvl="0">
              <a:lnSpc>
                <a:spcPts val="2700"/>
              </a:lnSpc>
            </a:pPr>
            <a:r>
              <a:rPr lang="en-US" sz="1929">
                <a:solidFill>
                  <a:srgbClr val="483529"/>
                </a:solidFill>
                <a:latin typeface="Nunito Sans"/>
                <a:ea typeface="Nunito Sans"/>
                <a:cs typeface="Nunito Sans"/>
                <a:sym typeface="Nunito Sans"/>
              </a:rPr>
              <a:t>Yunani dan Romawi Kuno mewariskan fondasi peradaban dunia melalui filosofi, arsitektur megah, dan sistem pemerintahan demokratis.</a:t>
            </a:r>
          </a:p>
          <a:p>
            <a:pPr algn="l" marL="0" indent="0" lvl="0">
              <a:lnSpc>
                <a:spcPts val="2700"/>
              </a:lnSpc>
            </a:pPr>
            <a:r>
              <a:rPr lang="en-US" sz="1929">
                <a:solidFill>
                  <a:srgbClr val="483529"/>
                </a:solidFill>
                <a:latin typeface="Nunito Sans"/>
                <a:ea typeface="Nunito Sans"/>
                <a:cs typeface="Nunito Sans"/>
                <a:sym typeface="Nunito Sans"/>
              </a:rPr>
              <a:t>Socrates, Plato, dan Aristoteles membentuk pemikiran filsafat Barat. Julius Caesar dan Augustus membangun kekaisaran terbesar di dunia kuno.</a:t>
            </a:r>
          </a:p>
        </p:txBody>
      </p:sp>
      <p:sp>
        <p:nvSpPr>
          <p:cNvPr name="Freeform 43" id="43"/>
          <p:cNvSpPr/>
          <p:nvPr/>
        </p:nvSpPr>
        <p:spPr>
          <a:xfrm flipH="false" flipV="false" rot="0">
            <a:off x="12814976" y="2760640"/>
            <a:ext cx="388107" cy="388592"/>
          </a:xfrm>
          <a:custGeom>
            <a:avLst/>
            <a:gdLst/>
            <a:ahLst/>
            <a:cxnLst/>
            <a:rect r="r" b="b" t="t" l="l"/>
            <a:pathLst>
              <a:path h="388592" w="388107">
                <a:moveTo>
                  <a:pt x="0" y="0"/>
                </a:moveTo>
                <a:lnTo>
                  <a:pt x="388107" y="0"/>
                </a:lnTo>
                <a:lnTo>
                  <a:pt x="388107" y="388593"/>
                </a:lnTo>
                <a:lnTo>
                  <a:pt x="0" y="388593"/>
                </a:lnTo>
                <a:lnTo>
                  <a:pt x="0" y="0"/>
                </a:lnTo>
                <a:close/>
              </a:path>
            </a:pathLst>
          </a:custGeom>
          <a:blipFill>
            <a:blip r:embed="rId7"/>
            <a:stretch>
              <a:fillRect l="0" t="0" r="0" b="0"/>
            </a:stretch>
          </a:blipFill>
        </p:spPr>
      </p:sp>
      <p:sp>
        <p:nvSpPr>
          <p:cNvPr name="Freeform 44" id="44"/>
          <p:cNvSpPr/>
          <p:nvPr/>
        </p:nvSpPr>
        <p:spPr>
          <a:xfrm flipH="false" flipV="false" rot="0">
            <a:off x="15021566" y="5684326"/>
            <a:ext cx="388107" cy="388592"/>
          </a:xfrm>
          <a:custGeom>
            <a:avLst/>
            <a:gdLst/>
            <a:ahLst/>
            <a:cxnLst/>
            <a:rect r="r" b="b" t="t" l="l"/>
            <a:pathLst>
              <a:path h="388592" w="388107">
                <a:moveTo>
                  <a:pt x="0" y="0"/>
                </a:moveTo>
                <a:lnTo>
                  <a:pt x="388107" y="0"/>
                </a:lnTo>
                <a:lnTo>
                  <a:pt x="388107" y="388593"/>
                </a:lnTo>
                <a:lnTo>
                  <a:pt x="0" y="388593"/>
                </a:lnTo>
                <a:lnTo>
                  <a:pt x="0" y="0"/>
                </a:lnTo>
                <a:close/>
              </a:path>
            </a:pathLst>
          </a:custGeom>
          <a:blipFill>
            <a:blip r:embed="rId7"/>
            <a:stretch>
              <a:fillRect l="0" t="0" r="0" b="0"/>
            </a:stretch>
          </a:blipFill>
        </p:spPr>
      </p:sp>
    </p:spTree>
  </p:cSld>
  <p:clrMapOvr>
    <a:masterClrMapping/>
  </p:clrMapOvr>
  <p:transition spd="fast">
    <p:wipe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371C08"/>
        </a:solidFill>
      </p:bgPr>
    </p:bg>
    <p:spTree>
      <p:nvGrpSpPr>
        <p:cNvPr id="1" name=""/>
        <p:cNvGrpSpPr/>
        <p:nvPr/>
      </p:nvGrpSpPr>
      <p:grpSpPr>
        <a:xfrm>
          <a:off x="0" y="0"/>
          <a:ext cx="0" cy="0"/>
          <a:chOff x="0" y="0"/>
          <a:chExt cx="0" cy="0"/>
        </a:xfrm>
      </p:grpSpPr>
      <p:grpSp>
        <p:nvGrpSpPr>
          <p:cNvPr name="Group 2" id="2"/>
          <p:cNvGrpSpPr/>
          <p:nvPr/>
        </p:nvGrpSpPr>
        <p:grpSpPr>
          <a:xfrm rot="0">
            <a:off x="518764" y="639118"/>
            <a:ext cx="17219457" cy="9064418"/>
            <a:chOff x="0" y="0"/>
            <a:chExt cx="22959275" cy="12085890"/>
          </a:xfrm>
        </p:grpSpPr>
        <p:grpSp>
          <p:nvGrpSpPr>
            <p:cNvPr name="Group 3" id="3"/>
            <p:cNvGrpSpPr/>
            <p:nvPr/>
          </p:nvGrpSpPr>
          <p:grpSpPr>
            <a:xfrm rot="0">
              <a:off x="327257" y="228600"/>
              <a:ext cx="22346115" cy="11554484"/>
              <a:chOff x="0" y="0"/>
              <a:chExt cx="4414047" cy="2282367"/>
            </a:xfrm>
          </p:grpSpPr>
          <p:sp>
            <p:nvSpPr>
              <p:cNvPr name="Freeform 4" id="4"/>
              <p:cNvSpPr/>
              <p:nvPr/>
            </p:nvSpPr>
            <p:spPr>
              <a:xfrm flipH="false" flipV="false" rot="0">
                <a:off x="0" y="0"/>
                <a:ext cx="4414047" cy="2282367"/>
              </a:xfrm>
              <a:custGeom>
                <a:avLst/>
                <a:gdLst/>
                <a:ahLst/>
                <a:cxnLst/>
                <a:rect r="r" b="b" t="t" l="l"/>
                <a:pathLst>
                  <a:path h="2282367" w="4414047">
                    <a:moveTo>
                      <a:pt x="4334629" y="0"/>
                    </a:moveTo>
                    <a:lnTo>
                      <a:pt x="79418" y="0"/>
                    </a:lnTo>
                    <a:cubicBezTo>
                      <a:pt x="79418" y="43699"/>
                      <a:pt x="44079" y="79418"/>
                      <a:pt x="0" y="79418"/>
                    </a:cubicBezTo>
                    <a:lnTo>
                      <a:pt x="0" y="2202949"/>
                    </a:lnTo>
                    <a:cubicBezTo>
                      <a:pt x="43699" y="2202949"/>
                      <a:pt x="79418" y="2238288"/>
                      <a:pt x="79418" y="2282367"/>
                    </a:cubicBezTo>
                    <a:lnTo>
                      <a:pt x="4334629" y="2282367"/>
                    </a:lnTo>
                    <a:cubicBezTo>
                      <a:pt x="4334629" y="2238668"/>
                      <a:pt x="4369968" y="2202949"/>
                      <a:pt x="4414047" y="2202949"/>
                    </a:cubicBezTo>
                    <a:lnTo>
                      <a:pt x="4414047" y="79418"/>
                    </a:lnTo>
                    <a:cubicBezTo>
                      <a:pt x="4370348" y="79418"/>
                      <a:pt x="4334629" y="44079"/>
                      <a:pt x="4334629" y="0"/>
                    </a:cubicBezTo>
                    <a:close/>
                  </a:path>
                </a:pathLst>
              </a:custGeom>
              <a:solidFill>
                <a:srgbClr val="E1D4C1"/>
              </a:solidFill>
            </p:spPr>
          </p:sp>
          <p:sp>
            <p:nvSpPr>
              <p:cNvPr name="TextBox 5" id="5"/>
              <p:cNvSpPr txBox="true"/>
              <p:nvPr/>
            </p:nvSpPr>
            <p:spPr>
              <a:xfrm>
                <a:off x="38100" y="0"/>
                <a:ext cx="4337847" cy="2244267"/>
              </a:xfrm>
              <a:prstGeom prst="rect">
                <a:avLst/>
              </a:prstGeom>
            </p:spPr>
            <p:txBody>
              <a:bodyPr anchor="ctr" rtlCol="false" tIns="50800" lIns="50800" bIns="50800" rIns="50800"/>
              <a:lstStyle/>
              <a:p>
                <a:pPr algn="ctr" marL="0" indent="0" lvl="0">
                  <a:lnSpc>
                    <a:spcPts val="2659"/>
                  </a:lnSpc>
                </a:pPr>
              </a:p>
            </p:txBody>
          </p:sp>
        </p:grpSp>
        <p:grpSp>
          <p:nvGrpSpPr>
            <p:cNvPr name="Group 6" id="6"/>
            <p:cNvGrpSpPr/>
            <p:nvPr/>
          </p:nvGrpSpPr>
          <p:grpSpPr>
            <a:xfrm rot="0">
              <a:off x="0" y="0"/>
              <a:ext cx="22959275" cy="12085890"/>
              <a:chOff x="0" y="0"/>
              <a:chExt cx="4535166" cy="2387336"/>
            </a:xfrm>
          </p:grpSpPr>
          <p:sp>
            <p:nvSpPr>
              <p:cNvPr name="Freeform 7" id="7"/>
              <p:cNvSpPr/>
              <p:nvPr/>
            </p:nvSpPr>
            <p:spPr>
              <a:xfrm flipH="false" flipV="false" rot="0">
                <a:off x="0" y="0"/>
                <a:ext cx="4535165" cy="2387336"/>
              </a:xfrm>
              <a:custGeom>
                <a:avLst/>
                <a:gdLst/>
                <a:ahLst/>
                <a:cxnLst/>
                <a:rect r="r" b="b" t="t" l="l"/>
                <a:pathLst>
                  <a:path h="2387336" w="4535165">
                    <a:moveTo>
                      <a:pt x="4455747" y="0"/>
                    </a:moveTo>
                    <a:lnTo>
                      <a:pt x="79418" y="0"/>
                    </a:lnTo>
                    <a:cubicBezTo>
                      <a:pt x="79418" y="43699"/>
                      <a:pt x="44079" y="79418"/>
                      <a:pt x="0" y="79418"/>
                    </a:cubicBezTo>
                    <a:lnTo>
                      <a:pt x="0" y="2307918"/>
                    </a:lnTo>
                    <a:cubicBezTo>
                      <a:pt x="43699" y="2307918"/>
                      <a:pt x="79418" y="2343257"/>
                      <a:pt x="79418" y="2387336"/>
                    </a:cubicBezTo>
                    <a:lnTo>
                      <a:pt x="4455747" y="2387336"/>
                    </a:lnTo>
                    <a:cubicBezTo>
                      <a:pt x="4455747" y="2343637"/>
                      <a:pt x="4491086" y="2307918"/>
                      <a:pt x="4535165" y="2307918"/>
                    </a:cubicBezTo>
                    <a:lnTo>
                      <a:pt x="4535165" y="79418"/>
                    </a:lnTo>
                    <a:cubicBezTo>
                      <a:pt x="4491466" y="79418"/>
                      <a:pt x="4455747" y="44079"/>
                      <a:pt x="4455747" y="0"/>
                    </a:cubicBezTo>
                    <a:close/>
                  </a:path>
                </a:pathLst>
              </a:custGeom>
              <a:ln w="38100" cap="sq">
                <a:solidFill>
                  <a:srgbClr val="E1D4C1"/>
                </a:solidFill>
                <a:prstDash val="solid"/>
                <a:miter/>
              </a:ln>
            </p:spPr>
          </p:sp>
          <p:sp>
            <p:nvSpPr>
              <p:cNvPr name="TextBox 8" id="8"/>
              <p:cNvSpPr txBox="true"/>
              <p:nvPr/>
            </p:nvSpPr>
            <p:spPr>
              <a:xfrm>
                <a:off x="38100" y="0"/>
                <a:ext cx="4458966" cy="2349236"/>
              </a:xfrm>
              <a:prstGeom prst="rect">
                <a:avLst/>
              </a:prstGeom>
            </p:spPr>
            <p:txBody>
              <a:bodyPr anchor="ctr" rtlCol="false" tIns="50800" lIns="50800" bIns="50800" rIns="50800"/>
              <a:lstStyle/>
              <a:p>
                <a:pPr algn="ctr" marL="0" indent="0" lvl="0">
                  <a:lnSpc>
                    <a:spcPts val="2659"/>
                  </a:lnSpc>
                </a:pPr>
              </a:p>
            </p:txBody>
          </p:sp>
        </p:grpSp>
      </p:grpSp>
      <p:grpSp>
        <p:nvGrpSpPr>
          <p:cNvPr name="Group 9" id="9"/>
          <p:cNvGrpSpPr/>
          <p:nvPr/>
        </p:nvGrpSpPr>
        <p:grpSpPr>
          <a:xfrm rot="0">
            <a:off x="341564" y="456168"/>
            <a:ext cx="354400" cy="3544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2" id="12"/>
          <p:cNvGrpSpPr/>
          <p:nvPr/>
        </p:nvGrpSpPr>
        <p:grpSpPr>
          <a:xfrm rot="0">
            <a:off x="17561021" y="456168"/>
            <a:ext cx="354400" cy="3544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5" id="15"/>
          <p:cNvGrpSpPr/>
          <p:nvPr/>
        </p:nvGrpSpPr>
        <p:grpSpPr>
          <a:xfrm rot="0">
            <a:off x="341564" y="9526336"/>
            <a:ext cx="354400" cy="35440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8" id="18"/>
          <p:cNvGrpSpPr/>
          <p:nvPr/>
        </p:nvGrpSpPr>
        <p:grpSpPr>
          <a:xfrm rot="0">
            <a:off x="17561021" y="9526336"/>
            <a:ext cx="354400" cy="35440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21" id="21"/>
          <p:cNvGrpSpPr/>
          <p:nvPr/>
        </p:nvGrpSpPr>
        <p:grpSpPr>
          <a:xfrm rot="0">
            <a:off x="1535875" y="4284475"/>
            <a:ext cx="7181558" cy="4464672"/>
            <a:chOff x="0" y="0"/>
            <a:chExt cx="2108916" cy="1311083"/>
          </a:xfrm>
        </p:grpSpPr>
        <p:sp>
          <p:nvSpPr>
            <p:cNvPr name="Freeform 22" id="22"/>
            <p:cNvSpPr/>
            <p:nvPr/>
          </p:nvSpPr>
          <p:spPr>
            <a:xfrm flipH="false" flipV="false" rot="0">
              <a:off x="0" y="0"/>
              <a:ext cx="2108916" cy="1311083"/>
            </a:xfrm>
            <a:custGeom>
              <a:avLst/>
              <a:gdLst/>
              <a:ahLst/>
              <a:cxnLst/>
              <a:rect r="r" b="b" t="t" l="l"/>
              <a:pathLst>
                <a:path h="1311083" w="2108916">
                  <a:moveTo>
                    <a:pt x="54979" y="0"/>
                  </a:moveTo>
                  <a:lnTo>
                    <a:pt x="2053937" y="0"/>
                  </a:lnTo>
                  <a:cubicBezTo>
                    <a:pt x="2084301" y="0"/>
                    <a:pt x="2108916" y="24615"/>
                    <a:pt x="2108916" y="54979"/>
                  </a:cubicBezTo>
                  <a:lnTo>
                    <a:pt x="2108916" y="1256104"/>
                  </a:lnTo>
                  <a:cubicBezTo>
                    <a:pt x="2108916" y="1270685"/>
                    <a:pt x="2103124" y="1284669"/>
                    <a:pt x="2092813" y="1294980"/>
                  </a:cubicBezTo>
                  <a:cubicBezTo>
                    <a:pt x="2082503" y="1305291"/>
                    <a:pt x="2068518" y="1311083"/>
                    <a:pt x="2053937" y="1311083"/>
                  </a:cubicBezTo>
                  <a:lnTo>
                    <a:pt x="54979" y="1311083"/>
                  </a:lnTo>
                  <a:cubicBezTo>
                    <a:pt x="40398" y="1311083"/>
                    <a:pt x="26414" y="1305291"/>
                    <a:pt x="16103" y="1294980"/>
                  </a:cubicBezTo>
                  <a:cubicBezTo>
                    <a:pt x="5792" y="1284669"/>
                    <a:pt x="0" y="1270685"/>
                    <a:pt x="0" y="1256104"/>
                  </a:cubicBezTo>
                  <a:lnTo>
                    <a:pt x="0" y="54979"/>
                  </a:lnTo>
                  <a:cubicBezTo>
                    <a:pt x="0" y="40398"/>
                    <a:pt x="5792" y="26414"/>
                    <a:pt x="16103" y="16103"/>
                  </a:cubicBezTo>
                  <a:cubicBezTo>
                    <a:pt x="26414" y="5792"/>
                    <a:pt x="40398" y="0"/>
                    <a:pt x="54979" y="0"/>
                  </a:cubicBezTo>
                  <a:close/>
                </a:path>
              </a:pathLst>
            </a:custGeom>
            <a:ln w="38100" cap="rnd">
              <a:solidFill>
                <a:srgbClr val="483529"/>
              </a:solidFill>
              <a:prstDash val="solid"/>
              <a:round/>
            </a:ln>
          </p:spPr>
        </p:sp>
        <p:sp>
          <p:nvSpPr>
            <p:cNvPr name="TextBox 23" id="23"/>
            <p:cNvSpPr txBox="true"/>
            <p:nvPr/>
          </p:nvSpPr>
          <p:spPr>
            <a:xfrm>
              <a:off x="0" y="-38100"/>
              <a:ext cx="2108916" cy="1349183"/>
            </a:xfrm>
            <a:prstGeom prst="rect">
              <a:avLst/>
            </a:prstGeom>
          </p:spPr>
          <p:txBody>
            <a:bodyPr anchor="ctr" rtlCol="false" tIns="50800" lIns="50800" bIns="50800" rIns="50800"/>
            <a:lstStyle/>
            <a:p>
              <a:pPr algn="ctr" marL="0" indent="0" lvl="0">
                <a:lnSpc>
                  <a:spcPts val="2659"/>
                </a:lnSpc>
              </a:pPr>
            </a:p>
          </p:txBody>
        </p:sp>
      </p:grpSp>
      <p:sp>
        <p:nvSpPr>
          <p:cNvPr name="Freeform 24" id="24"/>
          <p:cNvSpPr/>
          <p:nvPr/>
        </p:nvSpPr>
        <p:spPr>
          <a:xfrm flipH="false" flipV="false" rot="0">
            <a:off x="9128492" y="6429749"/>
            <a:ext cx="5346526" cy="503465"/>
          </a:xfrm>
          <a:custGeom>
            <a:avLst/>
            <a:gdLst/>
            <a:ahLst/>
            <a:cxnLst/>
            <a:rect r="r" b="b" t="t" l="l"/>
            <a:pathLst>
              <a:path h="503465" w="5346526">
                <a:moveTo>
                  <a:pt x="0" y="0"/>
                </a:moveTo>
                <a:lnTo>
                  <a:pt x="5346526" y="0"/>
                </a:lnTo>
                <a:lnTo>
                  <a:pt x="5346526" y="503465"/>
                </a:lnTo>
                <a:lnTo>
                  <a:pt x="0" y="503465"/>
                </a:lnTo>
                <a:lnTo>
                  <a:pt x="0" y="0"/>
                </a:lnTo>
                <a:close/>
              </a:path>
            </a:pathLst>
          </a:custGeom>
          <a:blipFill>
            <a:blip r:embed="rId2"/>
            <a:stretch>
              <a:fillRect l="0" t="0" r="0" b="0"/>
            </a:stretch>
          </a:blipFill>
        </p:spPr>
      </p:sp>
      <p:grpSp>
        <p:nvGrpSpPr>
          <p:cNvPr name="Group 25" id="25"/>
          <p:cNvGrpSpPr>
            <a:grpSpLocks noChangeAspect="true"/>
          </p:cNvGrpSpPr>
          <p:nvPr/>
        </p:nvGrpSpPr>
        <p:grpSpPr>
          <a:xfrm rot="0">
            <a:off x="9521414" y="2848785"/>
            <a:ext cx="4616591" cy="3668026"/>
            <a:chOff x="0" y="0"/>
            <a:chExt cx="3901440" cy="3099816"/>
          </a:xfrm>
        </p:grpSpPr>
        <p:sp>
          <p:nvSpPr>
            <p:cNvPr name="Freeform 26" id="26"/>
            <p:cNvSpPr/>
            <p:nvPr/>
          </p:nvSpPr>
          <p:spPr>
            <a:xfrm flipH="false" flipV="false" rot="0">
              <a:off x="127000" y="190500"/>
              <a:ext cx="3657600" cy="2413000"/>
            </a:xfrm>
            <a:custGeom>
              <a:avLst/>
              <a:gdLst/>
              <a:ahLst/>
              <a:cxnLst/>
              <a:rect r="r" b="b" t="t" l="l"/>
              <a:pathLst>
                <a:path h="2413000" w="3657600">
                  <a:moveTo>
                    <a:pt x="3657600" y="2413000"/>
                  </a:moveTo>
                  <a:lnTo>
                    <a:pt x="0" y="2413000"/>
                  </a:lnTo>
                  <a:lnTo>
                    <a:pt x="0" y="0"/>
                  </a:lnTo>
                  <a:lnTo>
                    <a:pt x="3657600" y="0"/>
                  </a:lnTo>
                  <a:lnTo>
                    <a:pt x="3657600" y="2413000"/>
                  </a:lnTo>
                  <a:close/>
                </a:path>
              </a:pathLst>
            </a:custGeom>
            <a:blipFill>
              <a:blip r:embed="rId3"/>
              <a:stretch>
                <a:fillRect l="-168" t="0" r="-168" b="0"/>
              </a:stretch>
            </a:blipFill>
          </p:spPr>
        </p:sp>
        <p:sp>
          <p:nvSpPr>
            <p:cNvPr name="Freeform 27" id="27"/>
            <p:cNvSpPr/>
            <p:nvPr/>
          </p:nvSpPr>
          <p:spPr>
            <a:xfrm flipH="false" flipV="false" rot="0">
              <a:off x="0" y="0"/>
              <a:ext cx="3901440" cy="3099816"/>
            </a:xfrm>
            <a:custGeom>
              <a:avLst/>
              <a:gdLst/>
              <a:ahLst/>
              <a:cxnLst/>
              <a:rect r="r" b="b" t="t" l="l"/>
              <a:pathLst>
                <a:path h="3099816" w="3901440">
                  <a:moveTo>
                    <a:pt x="3901440" y="3099816"/>
                  </a:moveTo>
                  <a:lnTo>
                    <a:pt x="0" y="3099816"/>
                  </a:lnTo>
                  <a:lnTo>
                    <a:pt x="0" y="0"/>
                  </a:lnTo>
                  <a:lnTo>
                    <a:pt x="3901440" y="0"/>
                  </a:lnTo>
                  <a:lnTo>
                    <a:pt x="3901440" y="3099816"/>
                  </a:lnTo>
                  <a:close/>
                </a:path>
              </a:pathLst>
            </a:custGeom>
            <a:blipFill>
              <a:blip r:embed="rId4"/>
              <a:stretch>
                <a:fillRect l="0" t="-29" r="0" b="-29"/>
              </a:stretch>
            </a:blipFill>
          </p:spPr>
        </p:sp>
      </p:grpSp>
      <p:grpSp>
        <p:nvGrpSpPr>
          <p:cNvPr name="Group 28" id="28"/>
          <p:cNvGrpSpPr>
            <a:grpSpLocks noChangeAspect="true"/>
          </p:cNvGrpSpPr>
          <p:nvPr/>
        </p:nvGrpSpPr>
        <p:grpSpPr>
          <a:xfrm rot="0">
            <a:off x="13791792" y="4682798"/>
            <a:ext cx="2879211" cy="4066349"/>
            <a:chOff x="0" y="0"/>
            <a:chExt cx="3267456" cy="4614672"/>
          </a:xfrm>
        </p:grpSpPr>
        <p:sp>
          <p:nvSpPr>
            <p:cNvPr name="Freeform 29" id="29"/>
            <p:cNvSpPr/>
            <p:nvPr/>
          </p:nvSpPr>
          <p:spPr>
            <a:xfrm flipH="false" flipV="false" rot="0">
              <a:off x="0" y="0"/>
              <a:ext cx="3267456" cy="4618736"/>
            </a:xfrm>
            <a:custGeom>
              <a:avLst/>
              <a:gdLst/>
              <a:ahLst/>
              <a:cxnLst/>
              <a:rect r="r" b="b" t="t" l="l"/>
              <a:pathLst>
                <a:path h="4618736" w="3267456">
                  <a:moveTo>
                    <a:pt x="3267456" y="4618736"/>
                  </a:moveTo>
                  <a:lnTo>
                    <a:pt x="0" y="4618736"/>
                  </a:lnTo>
                  <a:lnTo>
                    <a:pt x="0" y="0"/>
                  </a:lnTo>
                  <a:lnTo>
                    <a:pt x="3267456" y="0"/>
                  </a:lnTo>
                  <a:lnTo>
                    <a:pt x="3267456" y="4618736"/>
                  </a:lnTo>
                  <a:close/>
                </a:path>
              </a:pathLst>
            </a:custGeom>
            <a:blipFill>
              <a:blip r:embed="rId5"/>
              <a:stretch>
                <a:fillRect l="-4" t="0" r="-4" b="0"/>
              </a:stretch>
            </a:blipFill>
          </p:spPr>
        </p:sp>
        <p:sp>
          <p:nvSpPr>
            <p:cNvPr name="Freeform 30" id="30"/>
            <p:cNvSpPr/>
            <p:nvPr/>
          </p:nvSpPr>
          <p:spPr>
            <a:xfrm flipH="false" flipV="false" rot="0">
              <a:off x="56770" y="48203"/>
              <a:ext cx="3142190" cy="3592604"/>
            </a:xfrm>
            <a:custGeom>
              <a:avLst/>
              <a:gdLst/>
              <a:ahLst/>
              <a:cxnLst/>
              <a:rect r="r" b="b" t="t" l="l"/>
              <a:pathLst>
                <a:path h="3592604" w="3142190">
                  <a:moveTo>
                    <a:pt x="3142190" y="35325"/>
                  </a:moveTo>
                  <a:lnTo>
                    <a:pt x="3106219" y="3592604"/>
                  </a:lnTo>
                  <a:lnTo>
                    <a:pt x="0" y="3558211"/>
                  </a:lnTo>
                  <a:lnTo>
                    <a:pt x="28183" y="0"/>
                  </a:lnTo>
                  <a:lnTo>
                    <a:pt x="3142190" y="35325"/>
                  </a:lnTo>
                  <a:close/>
                </a:path>
              </a:pathLst>
            </a:custGeom>
            <a:blipFill>
              <a:blip r:embed="rId6"/>
              <a:stretch>
                <a:fillRect l="0" t="-338" r="0" b="-338"/>
              </a:stretch>
            </a:blipFill>
          </p:spPr>
        </p:sp>
      </p:grpSp>
      <p:sp>
        <p:nvSpPr>
          <p:cNvPr name="Freeform 31" id="31"/>
          <p:cNvSpPr/>
          <p:nvPr/>
        </p:nvSpPr>
        <p:spPr>
          <a:xfrm flipH="false" flipV="false" rot="0">
            <a:off x="13463065" y="8749147"/>
            <a:ext cx="3291021" cy="309904"/>
          </a:xfrm>
          <a:custGeom>
            <a:avLst/>
            <a:gdLst/>
            <a:ahLst/>
            <a:cxnLst/>
            <a:rect r="r" b="b" t="t" l="l"/>
            <a:pathLst>
              <a:path h="309904" w="3291021">
                <a:moveTo>
                  <a:pt x="0" y="0"/>
                </a:moveTo>
                <a:lnTo>
                  <a:pt x="3291020" y="0"/>
                </a:lnTo>
                <a:lnTo>
                  <a:pt x="3291020" y="309905"/>
                </a:lnTo>
                <a:lnTo>
                  <a:pt x="0" y="309905"/>
                </a:lnTo>
                <a:lnTo>
                  <a:pt x="0" y="0"/>
                </a:lnTo>
                <a:close/>
              </a:path>
            </a:pathLst>
          </a:custGeom>
          <a:blipFill>
            <a:blip r:embed="rId2"/>
            <a:stretch>
              <a:fillRect l="0" t="0" r="0" b="0"/>
            </a:stretch>
          </a:blipFill>
        </p:spPr>
      </p:sp>
      <p:sp>
        <p:nvSpPr>
          <p:cNvPr name="Freeform 32" id="32"/>
          <p:cNvSpPr/>
          <p:nvPr/>
        </p:nvSpPr>
        <p:spPr>
          <a:xfrm flipH="false" flipV="false" rot="0">
            <a:off x="11410167" y="2267456"/>
            <a:ext cx="906565" cy="777758"/>
          </a:xfrm>
          <a:custGeom>
            <a:avLst/>
            <a:gdLst/>
            <a:ahLst/>
            <a:cxnLst/>
            <a:rect r="r" b="b" t="t" l="l"/>
            <a:pathLst>
              <a:path h="777758" w="906565">
                <a:moveTo>
                  <a:pt x="0" y="0"/>
                </a:moveTo>
                <a:lnTo>
                  <a:pt x="906565" y="0"/>
                </a:lnTo>
                <a:lnTo>
                  <a:pt x="906565" y="777758"/>
                </a:lnTo>
                <a:lnTo>
                  <a:pt x="0" y="777758"/>
                </a:lnTo>
                <a:lnTo>
                  <a:pt x="0" y="0"/>
                </a:lnTo>
                <a:close/>
              </a:path>
            </a:pathLst>
          </a:custGeom>
          <a:blipFill>
            <a:blip r:embed="rId7"/>
            <a:stretch>
              <a:fillRect l="0" t="0" r="0" b="0"/>
            </a:stretch>
          </a:blipFill>
        </p:spPr>
      </p:sp>
      <p:sp>
        <p:nvSpPr>
          <p:cNvPr name="TextBox 33" id="33"/>
          <p:cNvSpPr txBox="true"/>
          <p:nvPr/>
        </p:nvSpPr>
        <p:spPr>
          <a:xfrm rot="0">
            <a:off x="1535875" y="2895767"/>
            <a:ext cx="9874291" cy="886484"/>
          </a:xfrm>
          <a:prstGeom prst="rect">
            <a:avLst/>
          </a:prstGeom>
        </p:spPr>
        <p:txBody>
          <a:bodyPr anchor="t" rtlCol="false" tIns="0" lIns="0" bIns="0" rIns="0">
            <a:spAutoFit/>
          </a:bodyPr>
          <a:lstStyle/>
          <a:p>
            <a:pPr algn="l" marL="0" indent="0" lvl="0">
              <a:lnSpc>
                <a:spcPts val="6796"/>
              </a:lnSpc>
            </a:pPr>
            <a:r>
              <a:rPr lang="en-US" sz="6293">
                <a:solidFill>
                  <a:srgbClr val="483529"/>
                </a:solidFill>
                <a:latin typeface="Drunken Hour"/>
                <a:ea typeface="Drunken Hour"/>
                <a:cs typeface="Drunken Hour"/>
                <a:sym typeface="Drunken Hour"/>
              </a:rPr>
              <a:t>Keajaiban Dunia Kuno</a:t>
            </a:r>
          </a:p>
        </p:txBody>
      </p:sp>
      <p:sp>
        <p:nvSpPr>
          <p:cNvPr name="TextBox 34" id="34"/>
          <p:cNvSpPr txBox="true"/>
          <p:nvPr/>
        </p:nvSpPr>
        <p:spPr>
          <a:xfrm rot="0">
            <a:off x="1535875" y="1159344"/>
            <a:ext cx="2399176" cy="497893"/>
          </a:xfrm>
          <a:prstGeom prst="rect">
            <a:avLst/>
          </a:prstGeom>
        </p:spPr>
        <p:txBody>
          <a:bodyPr anchor="t" rtlCol="false" tIns="0" lIns="0" bIns="0" rIns="0">
            <a:spAutoFit/>
          </a:bodyPr>
          <a:lstStyle/>
          <a:p>
            <a:pPr algn="l" marL="0" indent="0" lvl="0">
              <a:lnSpc>
                <a:spcPts val="4057"/>
              </a:lnSpc>
              <a:spcBef>
                <a:spcPct val="0"/>
              </a:spcBef>
            </a:pPr>
            <a:r>
              <a:rPr lang="en-US" sz="2897">
                <a:solidFill>
                  <a:srgbClr val="483529"/>
                </a:solidFill>
                <a:latin typeface="Glacial Indifference"/>
                <a:ea typeface="Glacial Indifference"/>
                <a:cs typeface="Glacial Indifference"/>
                <a:sym typeface="Glacial Indifference"/>
              </a:rPr>
              <a:t>Sejarah</a:t>
            </a:r>
          </a:p>
        </p:txBody>
      </p:sp>
      <p:sp>
        <p:nvSpPr>
          <p:cNvPr name="TextBox 35" id="35"/>
          <p:cNvSpPr txBox="true"/>
          <p:nvPr/>
        </p:nvSpPr>
        <p:spPr>
          <a:xfrm rot="0">
            <a:off x="7928904" y="1159344"/>
            <a:ext cx="2399176" cy="497893"/>
          </a:xfrm>
          <a:prstGeom prst="rect">
            <a:avLst/>
          </a:prstGeom>
        </p:spPr>
        <p:txBody>
          <a:bodyPr anchor="t" rtlCol="false" tIns="0" lIns="0" bIns="0" rIns="0">
            <a:spAutoFit/>
          </a:bodyPr>
          <a:lstStyle/>
          <a:p>
            <a:pPr algn="ctr" marL="0" indent="0" lvl="0">
              <a:lnSpc>
                <a:spcPts val="4057"/>
              </a:lnSpc>
              <a:spcBef>
                <a:spcPct val="0"/>
              </a:spcBef>
            </a:pPr>
            <a:r>
              <a:rPr lang="en-US" sz="2897">
                <a:solidFill>
                  <a:srgbClr val="483529"/>
                </a:solidFill>
                <a:latin typeface="Glacial Indifference"/>
                <a:ea typeface="Glacial Indifference"/>
                <a:cs typeface="Glacial Indifference"/>
                <a:sym typeface="Glacial Indifference"/>
              </a:rPr>
              <a:t>Kelas</a:t>
            </a:r>
          </a:p>
        </p:txBody>
      </p:sp>
      <p:sp>
        <p:nvSpPr>
          <p:cNvPr name="TextBox 36" id="36"/>
          <p:cNvSpPr txBox="true"/>
          <p:nvPr/>
        </p:nvSpPr>
        <p:spPr>
          <a:xfrm rot="0">
            <a:off x="13584247" y="1159344"/>
            <a:ext cx="3086756" cy="497893"/>
          </a:xfrm>
          <a:prstGeom prst="rect">
            <a:avLst/>
          </a:prstGeom>
        </p:spPr>
        <p:txBody>
          <a:bodyPr anchor="t" rtlCol="false" tIns="0" lIns="0" bIns="0" rIns="0">
            <a:spAutoFit/>
          </a:bodyPr>
          <a:lstStyle/>
          <a:p>
            <a:pPr algn="r" marL="0" indent="0" lvl="0">
              <a:lnSpc>
                <a:spcPts val="4057"/>
              </a:lnSpc>
              <a:spcBef>
                <a:spcPct val="0"/>
              </a:spcBef>
            </a:pPr>
            <a:r>
              <a:rPr lang="en-US" sz="2897">
                <a:solidFill>
                  <a:srgbClr val="483529"/>
                </a:solidFill>
                <a:latin typeface="Glacial Indifference"/>
                <a:ea typeface="Glacial Indifference"/>
                <a:cs typeface="Glacial Indifference"/>
                <a:sym typeface="Glacial Indifference"/>
              </a:rPr>
              <a:t>Presentasi</a:t>
            </a:r>
          </a:p>
        </p:txBody>
      </p:sp>
      <p:sp>
        <p:nvSpPr>
          <p:cNvPr name="TextBox 37" id="37"/>
          <p:cNvSpPr txBox="true"/>
          <p:nvPr/>
        </p:nvSpPr>
        <p:spPr>
          <a:xfrm rot="0">
            <a:off x="1860191" y="4762630"/>
            <a:ext cx="7181558" cy="396126"/>
          </a:xfrm>
          <a:prstGeom prst="rect">
            <a:avLst/>
          </a:prstGeom>
        </p:spPr>
        <p:txBody>
          <a:bodyPr anchor="t" rtlCol="false" tIns="0" lIns="0" bIns="0" rIns="0">
            <a:spAutoFit/>
          </a:bodyPr>
          <a:lstStyle/>
          <a:p>
            <a:pPr algn="l" marL="0" indent="0" lvl="0">
              <a:lnSpc>
                <a:spcPts val="3338"/>
              </a:lnSpc>
              <a:spcBef>
                <a:spcPct val="0"/>
              </a:spcBef>
            </a:pPr>
            <a:r>
              <a:rPr lang="en-US" b="true" sz="2384" i="true">
                <a:solidFill>
                  <a:srgbClr val="483529"/>
                </a:solidFill>
                <a:latin typeface="Nunito Sans Bold Italics"/>
                <a:ea typeface="Nunito Sans Bold Italics"/>
                <a:cs typeface="Nunito Sans Bold Italics"/>
                <a:sym typeface="Nunito Sans Bold Italics"/>
              </a:rPr>
              <a:t>Piramida Giza &amp; Colosseum Roma</a:t>
            </a:r>
          </a:p>
        </p:txBody>
      </p:sp>
      <p:sp>
        <p:nvSpPr>
          <p:cNvPr name="TextBox 38" id="38"/>
          <p:cNvSpPr txBox="true"/>
          <p:nvPr/>
        </p:nvSpPr>
        <p:spPr>
          <a:xfrm rot="0">
            <a:off x="1860191" y="5424345"/>
            <a:ext cx="6519044" cy="2716467"/>
          </a:xfrm>
          <a:prstGeom prst="rect">
            <a:avLst/>
          </a:prstGeom>
        </p:spPr>
        <p:txBody>
          <a:bodyPr anchor="t" rtlCol="false" tIns="0" lIns="0" bIns="0" rIns="0">
            <a:spAutoFit/>
          </a:bodyPr>
          <a:lstStyle/>
          <a:p>
            <a:pPr algn="l" marL="0" indent="0" lvl="0">
              <a:lnSpc>
                <a:spcPts val="2700"/>
              </a:lnSpc>
            </a:pPr>
            <a:r>
              <a:rPr lang="en-US" sz="1929">
                <a:solidFill>
                  <a:srgbClr val="483529"/>
                </a:solidFill>
                <a:latin typeface="Nunito Sans"/>
                <a:ea typeface="Nunito Sans"/>
                <a:cs typeface="Nunito Sans"/>
                <a:sym typeface="Nunito Sans"/>
              </a:rPr>
              <a:t>Piramida Agung Giza dibangun sekitar 2560 SM sebagai makam Firaun Khufu. Struktur megah ini merupakan satu-satunya dari Tujuh Keajaiban Dunia Kuno yang masih berdiri hingga saat ini.</a:t>
            </a:r>
          </a:p>
          <a:p>
            <a:pPr algn="l" marL="0" indent="0" lvl="0">
              <a:lnSpc>
                <a:spcPts val="2700"/>
              </a:lnSpc>
            </a:pPr>
            <a:r>
              <a:rPr lang="en-US" sz="1929">
                <a:solidFill>
                  <a:srgbClr val="483529"/>
                </a:solidFill>
                <a:latin typeface="Nunito Sans"/>
                <a:ea typeface="Nunito Sans"/>
                <a:cs typeface="Nunito Sans"/>
                <a:sym typeface="Nunito Sans"/>
              </a:rPr>
              <a:t>Colosseum Roma dibangun antara tahun 70–80 M, merupakan amfiteater terbesar di dunia kuno. Mampu menampung 50.000 penonton, arena ini menjadi pusat pertunjukan gladiator dan hiburan rakyat Romawi.</a:t>
            </a:r>
          </a:p>
        </p:txBody>
      </p:sp>
      <p:sp>
        <p:nvSpPr>
          <p:cNvPr name="Freeform 39" id="39"/>
          <p:cNvSpPr/>
          <p:nvPr/>
        </p:nvSpPr>
        <p:spPr>
          <a:xfrm flipH="false" flipV="false" rot="0">
            <a:off x="14778115" y="4201964"/>
            <a:ext cx="906565" cy="777758"/>
          </a:xfrm>
          <a:custGeom>
            <a:avLst/>
            <a:gdLst/>
            <a:ahLst/>
            <a:cxnLst/>
            <a:rect r="r" b="b" t="t" l="l"/>
            <a:pathLst>
              <a:path h="777758" w="906565">
                <a:moveTo>
                  <a:pt x="0" y="0"/>
                </a:moveTo>
                <a:lnTo>
                  <a:pt x="906565" y="0"/>
                </a:lnTo>
                <a:lnTo>
                  <a:pt x="906565" y="777758"/>
                </a:lnTo>
                <a:lnTo>
                  <a:pt x="0" y="777758"/>
                </a:lnTo>
                <a:lnTo>
                  <a:pt x="0" y="0"/>
                </a:lnTo>
                <a:close/>
              </a:path>
            </a:pathLst>
          </a:custGeom>
          <a:blipFill>
            <a:blip r:embed="rId7"/>
            <a:stretch>
              <a:fillRect l="0" t="0" r="0" b="0"/>
            </a:stretch>
          </a:blipFill>
        </p:spPr>
      </p:sp>
    </p:spTree>
  </p:cSld>
  <p:clrMapOvr>
    <a:masterClrMapping/>
  </p:clrMapOvr>
  <p:transition spd="fast">
    <p:wipe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371C08"/>
        </a:solidFill>
      </p:bgPr>
    </p:bg>
    <p:spTree>
      <p:nvGrpSpPr>
        <p:cNvPr id="1" name=""/>
        <p:cNvGrpSpPr/>
        <p:nvPr/>
      </p:nvGrpSpPr>
      <p:grpSpPr>
        <a:xfrm>
          <a:off x="0" y="0"/>
          <a:ext cx="0" cy="0"/>
          <a:chOff x="0" y="0"/>
          <a:chExt cx="0" cy="0"/>
        </a:xfrm>
      </p:grpSpPr>
      <p:grpSp>
        <p:nvGrpSpPr>
          <p:cNvPr name="Group 2" id="2"/>
          <p:cNvGrpSpPr/>
          <p:nvPr/>
        </p:nvGrpSpPr>
        <p:grpSpPr>
          <a:xfrm rot="0">
            <a:off x="518764" y="639118"/>
            <a:ext cx="17219457" cy="9064418"/>
            <a:chOff x="0" y="0"/>
            <a:chExt cx="22959275" cy="12085890"/>
          </a:xfrm>
        </p:grpSpPr>
        <p:grpSp>
          <p:nvGrpSpPr>
            <p:cNvPr name="Group 3" id="3"/>
            <p:cNvGrpSpPr/>
            <p:nvPr/>
          </p:nvGrpSpPr>
          <p:grpSpPr>
            <a:xfrm rot="0">
              <a:off x="327257" y="228600"/>
              <a:ext cx="22346115" cy="11554484"/>
              <a:chOff x="0" y="0"/>
              <a:chExt cx="4414047" cy="2282367"/>
            </a:xfrm>
          </p:grpSpPr>
          <p:sp>
            <p:nvSpPr>
              <p:cNvPr name="Freeform 4" id="4"/>
              <p:cNvSpPr/>
              <p:nvPr/>
            </p:nvSpPr>
            <p:spPr>
              <a:xfrm flipH="false" flipV="false" rot="0">
                <a:off x="0" y="0"/>
                <a:ext cx="4414047" cy="2282367"/>
              </a:xfrm>
              <a:custGeom>
                <a:avLst/>
                <a:gdLst/>
                <a:ahLst/>
                <a:cxnLst/>
                <a:rect r="r" b="b" t="t" l="l"/>
                <a:pathLst>
                  <a:path h="2282367" w="4414047">
                    <a:moveTo>
                      <a:pt x="4334629" y="0"/>
                    </a:moveTo>
                    <a:lnTo>
                      <a:pt x="79418" y="0"/>
                    </a:lnTo>
                    <a:cubicBezTo>
                      <a:pt x="79418" y="43699"/>
                      <a:pt x="44079" y="79418"/>
                      <a:pt x="0" y="79418"/>
                    </a:cubicBezTo>
                    <a:lnTo>
                      <a:pt x="0" y="2202949"/>
                    </a:lnTo>
                    <a:cubicBezTo>
                      <a:pt x="43699" y="2202949"/>
                      <a:pt x="79418" y="2238288"/>
                      <a:pt x="79418" y="2282367"/>
                    </a:cubicBezTo>
                    <a:lnTo>
                      <a:pt x="4334629" y="2282367"/>
                    </a:lnTo>
                    <a:cubicBezTo>
                      <a:pt x="4334629" y="2238668"/>
                      <a:pt x="4369968" y="2202949"/>
                      <a:pt x="4414047" y="2202949"/>
                    </a:cubicBezTo>
                    <a:lnTo>
                      <a:pt x="4414047" y="79418"/>
                    </a:lnTo>
                    <a:cubicBezTo>
                      <a:pt x="4370348" y="79418"/>
                      <a:pt x="4334629" y="44079"/>
                      <a:pt x="4334629" y="0"/>
                    </a:cubicBezTo>
                    <a:close/>
                  </a:path>
                </a:pathLst>
              </a:custGeom>
              <a:solidFill>
                <a:srgbClr val="E1D4C1"/>
              </a:solidFill>
            </p:spPr>
          </p:sp>
          <p:sp>
            <p:nvSpPr>
              <p:cNvPr name="TextBox 5" id="5"/>
              <p:cNvSpPr txBox="true"/>
              <p:nvPr/>
            </p:nvSpPr>
            <p:spPr>
              <a:xfrm>
                <a:off x="38100" y="0"/>
                <a:ext cx="4337847" cy="2244267"/>
              </a:xfrm>
              <a:prstGeom prst="rect">
                <a:avLst/>
              </a:prstGeom>
            </p:spPr>
            <p:txBody>
              <a:bodyPr anchor="ctr" rtlCol="false" tIns="50800" lIns="50800" bIns="50800" rIns="50800"/>
              <a:lstStyle/>
              <a:p>
                <a:pPr algn="ctr" marL="0" indent="0" lvl="0">
                  <a:lnSpc>
                    <a:spcPts val="2659"/>
                  </a:lnSpc>
                </a:pPr>
              </a:p>
            </p:txBody>
          </p:sp>
        </p:grpSp>
        <p:grpSp>
          <p:nvGrpSpPr>
            <p:cNvPr name="Group 6" id="6"/>
            <p:cNvGrpSpPr/>
            <p:nvPr/>
          </p:nvGrpSpPr>
          <p:grpSpPr>
            <a:xfrm rot="0">
              <a:off x="0" y="0"/>
              <a:ext cx="22959275" cy="12085890"/>
              <a:chOff x="0" y="0"/>
              <a:chExt cx="4535166" cy="2387336"/>
            </a:xfrm>
          </p:grpSpPr>
          <p:sp>
            <p:nvSpPr>
              <p:cNvPr name="Freeform 7" id="7"/>
              <p:cNvSpPr/>
              <p:nvPr/>
            </p:nvSpPr>
            <p:spPr>
              <a:xfrm flipH="false" flipV="false" rot="0">
                <a:off x="0" y="0"/>
                <a:ext cx="4535165" cy="2387336"/>
              </a:xfrm>
              <a:custGeom>
                <a:avLst/>
                <a:gdLst/>
                <a:ahLst/>
                <a:cxnLst/>
                <a:rect r="r" b="b" t="t" l="l"/>
                <a:pathLst>
                  <a:path h="2387336" w="4535165">
                    <a:moveTo>
                      <a:pt x="4455747" y="0"/>
                    </a:moveTo>
                    <a:lnTo>
                      <a:pt x="79418" y="0"/>
                    </a:lnTo>
                    <a:cubicBezTo>
                      <a:pt x="79418" y="43699"/>
                      <a:pt x="44079" y="79418"/>
                      <a:pt x="0" y="79418"/>
                    </a:cubicBezTo>
                    <a:lnTo>
                      <a:pt x="0" y="2307918"/>
                    </a:lnTo>
                    <a:cubicBezTo>
                      <a:pt x="43699" y="2307918"/>
                      <a:pt x="79418" y="2343257"/>
                      <a:pt x="79418" y="2387336"/>
                    </a:cubicBezTo>
                    <a:lnTo>
                      <a:pt x="4455747" y="2387336"/>
                    </a:lnTo>
                    <a:cubicBezTo>
                      <a:pt x="4455747" y="2343637"/>
                      <a:pt x="4491086" y="2307918"/>
                      <a:pt x="4535165" y="2307918"/>
                    </a:cubicBezTo>
                    <a:lnTo>
                      <a:pt x="4535165" y="79418"/>
                    </a:lnTo>
                    <a:cubicBezTo>
                      <a:pt x="4491466" y="79418"/>
                      <a:pt x="4455747" y="44079"/>
                      <a:pt x="4455747" y="0"/>
                    </a:cubicBezTo>
                    <a:close/>
                  </a:path>
                </a:pathLst>
              </a:custGeom>
              <a:ln w="38100" cap="sq">
                <a:solidFill>
                  <a:srgbClr val="E1D4C1"/>
                </a:solidFill>
                <a:prstDash val="solid"/>
                <a:miter/>
              </a:ln>
            </p:spPr>
          </p:sp>
          <p:sp>
            <p:nvSpPr>
              <p:cNvPr name="TextBox 8" id="8"/>
              <p:cNvSpPr txBox="true"/>
              <p:nvPr/>
            </p:nvSpPr>
            <p:spPr>
              <a:xfrm>
                <a:off x="38100" y="0"/>
                <a:ext cx="4458966" cy="2349236"/>
              </a:xfrm>
              <a:prstGeom prst="rect">
                <a:avLst/>
              </a:prstGeom>
            </p:spPr>
            <p:txBody>
              <a:bodyPr anchor="ctr" rtlCol="false" tIns="50800" lIns="50800" bIns="50800" rIns="50800"/>
              <a:lstStyle/>
              <a:p>
                <a:pPr algn="ctr" marL="0" indent="0" lvl="0">
                  <a:lnSpc>
                    <a:spcPts val="2659"/>
                  </a:lnSpc>
                </a:pPr>
              </a:p>
            </p:txBody>
          </p:sp>
        </p:grpSp>
      </p:grpSp>
      <p:grpSp>
        <p:nvGrpSpPr>
          <p:cNvPr name="Group 9" id="9"/>
          <p:cNvGrpSpPr/>
          <p:nvPr/>
        </p:nvGrpSpPr>
        <p:grpSpPr>
          <a:xfrm rot="0">
            <a:off x="341564" y="456168"/>
            <a:ext cx="354400" cy="3544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2" id="12"/>
          <p:cNvGrpSpPr/>
          <p:nvPr/>
        </p:nvGrpSpPr>
        <p:grpSpPr>
          <a:xfrm rot="0">
            <a:off x="17561021" y="456168"/>
            <a:ext cx="354400" cy="3544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5" id="15"/>
          <p:cNvGrpSpPr/>
          <p:nvPr/>
        </p:nvGrpSpPr>
        <p:grpSpPr>
          <a:xfrm rot="0">
            <a:off x="341564" y="9526336"/>
            <a:ext cx="354400" cy="35440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8" id="18"/>
          <p:cNvGrpSpPr/>
          <p:nvPr/>
        </p:nvGrpSpPr>
        <p:grpSpPr>
          <a:xfrm rot="0">
            <a:off x="17561021" y="9526336"/>
            <a:ext cx="354400" cy="35440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21" id="21"/>
          <p:cNvSpPr/>
          <p:nvPr/>
        </p:nvSpPr>
        <p:spPr>
          <a:xfrm flipH="false" flipV="false" rot="-5242611">
            <a:off x="13968484" y="1616569"/>
            <a:ext cx="4458607" cy="4441887"/>
          </a:xfrm>
          <a:custGeom>
            <a:avLst/>
            <a:gdLst/>
            <a:ahLst/>
            <a:cxnLst/>
            <a:rect r="r" b="b" t="t" l="l"/>
            <a:pathLst>
              <a:path h="4441887" w="4458607">
                <a:moveTo>
                  <a:pt x="0" y="0"/>
                </a:moveTo>
                <a:lnTo>
                  <a:pt x="4458607" y="0"/>
                </a:lnTo>
                <a:lnTo>
                  <a:pt x="4458607" y="4441887"/>
                </a:lnTo>
                <a:lnTo>
                  <a:pt x="0" y="4441887"/>
                </a:lnTo>
                <a:lnTo>
                  <a:pt x="0" y="0"/>
                </a:lnTo>
                <a:close/>
              </a:path>
            </a:pathLst>
          </a:custGeom>
          <a:blipFill>
            <a:blip r:embed="rId2"/>
            <a:stretch>
              <a:fillRect l="0" t="0" r="0" b="0"/>
            </a:stretch>
          </a:blipFill>
        </p:spPr>
      </p:sp>
      <p:sp>
        <p:nvSpPr>
          <p:cNvPr name="Freeform 22" id="22"/>
          <p:cNvSpPr/>
          <p:nvPr/>
        </p:nvSpPr>
        <p:spPr>
          <a:xfrm flipH="false" flipV="false" rot="0">
            <a:off x="-1396080" y="1928936"/>
            <a:ext cx="6553199" cy="3014471"/>
          </a:xfrm>
          <a:custGeom>
            <a:avLst/>
            <a:gdLst/>
            <a:ahLst/>
            <a:cxnLst/>
            <a:rect r="r" b="b" t="t" l="l"/>
            <a:pathLst>
              <a:path h="3014471" w="6553199">
                <a:moveTo>
                  <a:pt x="0" y="0"/>
                </a:moveTo>
                <a:lnTo>
                  <a:pt x="6553198" y="0"/>
                </a:lnTo>
                <a:lnTo>
                  <a:pt x="6553198" y="3014471"/>
                </a:lnTo>
                <a:lnTo>
                  <a:pt x="0" y="3014471"/>
                </a:lnTo>
                <a:lnTo>
                  <a:pt x="0" y="0"/>
                </a:lnTo>
                <a:close/>
              </a:path>
            </a:pathLst>
          </a:custGeom>
          <a:blipFill>
            <a:blip r:embed="rId3"/>
            <a:stretch>
              <a:fillRect l="0" t="0" r="0" b="0"/>
            </a:stretch>
          </a:blipFill>
        </p:spPr>
      </p:sp>
      <p:grpSp>
        <p:nvGrpSpPr>
          <p:cNvPr name="Group 23" id="23"/>
          <p:cNvGrpSpPr/>
          <p:nvPr/>
        </p:nvGrpSpPr>
        <p:grpSpPr>
          <a:xfrm rot="0">
            <a:off x="2216411" y="5970667"/>
            <a:ext cx="4053805" cy="2925848"/>
            <a:chOff x="0" y="0"/>
            <a:chExt cx="1190429" cy="859196"/>
          </a:xfrm>
        </p:grpSpPr>
        <p:sp>
          <p:nvSpPr>
            <p:cNvPr name="Freeform 24" id="24"/>
            <p:cNvSpPr/>
            <p:nvPr/>
          </p:nvSpPr>
          <p:spPr>
            <a:xfrm flipH="false" flipV="false" rot="0">
              <a:off x="0" y="0"/>
              <a:ext cx="1190429" cy="859196"/>
            </a:xfrm>
            <a:custGeom>
              <a:avLst/>
              <a:gdLst/>
              <a:ahLst/>
              <a:cxnLst/>
              <a:rect r="r" b="b" t="t" l="l"/>
              <a:pathLst>
                <a:path h="859196" w="1190429">
                  <a:moveTo>
                    <a:pt x="97399" y="0"/>
                  </a:moveTo>
                  <a:lnTo>
                    <a:pt x="1093030" y="0"/>
                  </a:lnTo>
                  <a:cubicBezTo>
                    <a:pt x="1146822" y="0"/>
                    <a:pt x="1190429" y="43607"/>
                    <a:pt x="1190429" y="97399"/>
                  </a:cubicBezTo>
                  <a:lnTo>
                    <a:pt x="1190429" y="761797"/>
                  </a:lnTo>
                  <a:cubicBezTo>
                    <a:pt x="1190429" y="815589"/>
                    <a:pt x="1146822" y="859196"/>
                    <a:pt x="1093030" y="859196"/>
                  </a:cubicBezTo>
                  <a:lnTo>
                    <a:pt x="97399" y="859196"/>
                  </a:lnTo>
                  <a:cubicBezTo>
                    <a:pt x="43607" y="859196"/>
                    <a:pt x="0" y="815589"/>
                    <a:pt x="0" y="761797"/>
                  </a:cubicBezTo>
                  <a:lnTo>
                    <a:pt x="0" y="97399"/>
                  </a:lnTo>
                  <a:cubicBezTo>
                    <a:pt x="0" y="43607"/>
                    <a:pt x="43607" y="0"/>
                    <a:pt x="97399" y="0"/>
                  </a:cubicBezTo>
                  <a:close/>
                </a:path>
              </a:pathLst>
            </a:custGeom>
            <a:ln w="38100" cap="rnd">
              <a:solidFill>
                <a:srgbClr val="483529"/>
              </a:solidFill>
              <a:prstDash val="solid"/>
              <a:round/>
            </a:ln>
          </p:spPr>
        </p:sp>
        <p:sp>
          <p:nvSpPr>
            <p:cNvPr name="TextBox 25" id="25"/>
            <p:cNvSpPr txBox="true"/>
            <p:nvPr/>
          </p:nvSpPr>
          <p:spPr>
            <a:xfrm>
              <a:off x="0" y="-38100"/>
              <a:ext cx="1190429" cy="897296"/>
            </a:xfrm>
            <a:prstGeom prst="rect">
              <a:avLst/>
            </a:prstGeom>
          </p:spPr>
          <p:txBody>
            <a:bodyPr anchor="ctr" rtlCol="false" tIns="50800" lIns="50800" bIns="50800" rIns="50800"/>
            <a:lstStyle/>
            <a:p>
              <a:pPr algn="ctr" marL="0" indent="0" lvl="0">
                <a:lnSpc>
                  <a:spcPts val="2659"/>
                </a:lnSpc>
              </a:pPr>
            </a:p>
          </p:txBody>
        </p:sp>
      </p:grpSp>
      <p:grpSp>
        <p:nvGrpSpPr>
          <p:cNvPr name="Group 26" id="26"/>
          <p:cNvGrpSpPr/>
          <p:nvPr/>
        </p:nvGrpSpPr>
        <p:grpSpPr>
          <a:xfrm rot="0">
            <a:off x="6630279" y="5970667"/>
            <a:ext cx="4053805" cy="2925848"/>
            <a:chOff x="0" y="0"/>
            <a:chExt cx="1190429" cy="859196"/>
          </a:xfrm>
        </p:grpSpPr>
        <p:sp>
          <p:nvSpPr>
            <p:cNvPr name="Freeform 27" id="27"/>
            <p:cNvSpPr/>
            <p:nvPr/>
          </p:nvSpPr>
          <p:spPr>
            <a:xfrm flipH="false" flipV="false" rot="0">
              <a:off x="0" y="0"/>
              <a:ext cx="1190429" cy="859196"/>
            </a:xfrm>
            <a:custGeom>
              <a:avLst/>
              <a:gdLst/>
              <a:ahLst/>
              <a:cxnLst/>
              <a:rect r="r" b="b" t="t" l="l"/>
              <a:pathLst>
                <a:path h="859196" w="1190429">
                  <a:moveTo>
                    <a:pt x="97399" y="0"/>
                  </a:moveTo>
                  <a:lnTo>
                    <a:pt x="1093030" y="0"/>
                  </a:lnTo>
                  <a:cubicBezTo>
                    <a:pt x="1146822" y="0"/>
                    <a:pt x="1190429" y="43607"/>
                    <a:pt x="1190429" y="97399"/>
                  </a:cubicBezTo>
                  <a:lnTo>
                    <a:pt x="1190429" y="761797"/>
                  </a:lnTo>
                  <a:cubicBezTo>
                    <a:pt x="1190429" y="815589"/>
                    <a:pt x="1146822" y="859196"/>
                    <a:pt x="1093030" y="859196"/>
                  </a:cubicBezTo>
                  <a:lnTo>
                    <a:pt x="97399" y="859196"/>
                  </a:lnTo>
                  <a:cubicBezTo>
                    <a:pt x="43607" y="859196"/>
                    <a:pt x="0" y="815589"/>
                    <a:pt x="0" y="761797"/>
                  </a:cubicBezTo>
                  <a:lnTo>
                    <a:pt x="0" y="97399"/>
                  </a:lnTo>
                  <a:cubicBezTo>
                    <a:pt x="0" y="43607"/>
                    <a:pt x="43607" y="0"/>
                    <a:pt x="97399" y="0"/>
                  </a:cubicBezTo>
                  <a:close/>
                </a:path>
              </a:pathLst>
            </a:custGeom>
            <a:ln w="38100" cap="rnd">
              <a:solidFill>
                <a:srgbClr val="483529"/>
              </a:solidFill>
              <a:prstDash val="solid"/>
              <a:round/>
            </a:ln>
          </p:spPr>
        </p:sp>
        <p:sp>
          <p:nvSpPr>
            <p:cNvPr name="TextBox 28" id="28"/>
            <p:cNvSpPr txBox="true"/>
            <p:nvPr/>
          </p:nvSpPr>
          <p:spPr>
            <a:xfrm>
              <a:off x="0" y="-38100"/>
              <a:ext cx="1190429" cy="897296"/>
            </a:xfrm>
            <a:prstGeom prst="rect">
              <a:avLst/>
            </a:prstGeom>
          </p:spPr>
          <p:txBody>
            <a:bodyPr anchor="ctr" rtlCol="false" tIns="50800" lIns="50800" bIns="50800" rIns="50800"/>
            <a:lstStyle/>
            <a:p>
              <a:pPr algn="ctr" marL="0" indent="0" lvl="0">
                <a:lnSpc>
                  <a:spcPts val="2659"/>
                </a:lnSpc>
              </a:pPr>
            </a:p>
          </p:txBody>
        </p:sp>
      </p:grpSp>
      <p:grpSp>
        <p:nvGrpSpPr>
          <p:cNvPr name="Group 29" id="29"/>
          <p:cNvGrpSpPr/>
          <p:nvPr/>
        </p:nvGrpSpPr>
        <p:grpSpPr>
          <a:xfrm rot="0">
            <a:off x="11044146" y="5970667"/>
            <a:ext cx="4053805" cy="2925848"/>
            <a:chOff x="0" y="0"/>
            <a:chExt cx="1190429" cy="859196"/>
          </a:xfrm>
        </p:grpSpPr>
        <p:sp>
          <p:nvSpPr>
            <p:cNvPr name="Freeform 30" id="30"/>
            <p:cNvSpPr/>
            <p:nvPr/>
          </p:nvSpPr>
          <p:spPr>
            <a:xfrm flipH="false" flipV="false" rot="0">
              <a:off x="0" y="0"/>
              <a:ext cx="1190429" cy="859196"/>
            </a:xfrm>
            <a:custGeom>
              <a:avLst/>
              <a:gdLst/>
              <a:ahLst/>
              <a:cxnLst/>
              <a:rect r="r" b="b" t="t" l="l"/>
              <a:pathLst>
                <a:path h="859196" w="1190429">
                  <a:moveTo>
                    <a:pt x="97399" y="0"/>
                  </a:moveTo>
                  <a:lnTo>
                    <a:pt x="1093030" y="0"/>
                  </a:lnTo>
                  <a:cubicBezTo>
                    <a:pt x="1146822" y="0"/>
                    <a:pt x="1190429" y="43607"/>
                    <a:pt x="1190429" y="97399"/>
                  </a:cubicBezTo>
                  <a:lnTo>
                    <a:pt x="1190429" y="761797"/>
                  </a:lnTo>
                  <a:cubicBezTo>
                    <a:pt x="1190429" y="815589"/>
                    <a:pt x="1146822" y="859196"/>
                    <a:pt x="1093030" y="859196"/>
                  </a:cubicBezTo>
                  <a:lnTo>
                    <a:pt x="97399" y="859196"/>
                  </a:lnTo>
                  <a:cubicBezTo>
                    <a:pt x="43607" y="859196"/>
                    <a:pt x="0" y="815589"/>
                    <a:pt x="0" y="761797"/>
                  </a:cubicBezTo>
                  <a:lnTo>
                    <a:pt x="0" y="97399"/>
                  </a:lnTo>
                  <a:cubicBezTo>
                    <a:pt x="0" y="43607"/>
                    <a:pt x="43607" y="0"/>
                    <a:pt x="97399" y="0"/>
                  </a:cubicBezTo>
                  <a:close/>
                </a:path>
              </a:pathLst>
            </a:custGeom>
            <a:ln w="38100" cap="rnd">
              <a:solidFill>
                <a:srgbClr val="483529"/>
              </a:solidFill>
              <a:prstDash val="solid"/>
              <a:round/>
            </a:ln>
          </p:spPr>
        </p:sp>
        <p:sp>
          <p:nvSpPr>
            <p:cNvPr name="TextBox 31" id="31"/>
            <p:cNvSpPr txBox="true"/>
            <p:nvPr/>
          </p:nvSpPr>
          <p:spPr>
            <a:xfrm>
              <a:off x="0" y="-38100"/>
              <a:ext cx="1190429" cy="897296"/>
            </a:xfrm>
            <a:prstGeom prst="rect">
              <a:avLst/>
            </a:prstGeom>
          </p:spPr>
          <p:txBody>
            <a:bodyPr anchor="ctr" rtlCol="false" tIns="50800" lIns="50800" bIns="50800" rIns="50800"/>
            <a:lstStyle/>
            <a:p>
              <a:pPr algn="ctr" marL="0" indent="0" lvl="0">
                <a:lnSpc>
                  <a:spcPts val="2659"/>
                </a:lnSpc>
              </a:pPr>
            </a:p>
          </p:txBody>
        </p:sp>
      </p:grpSp>
      <p:sp>
        <p:nvSpPr>
          <p:cNvPr name="Freeform 32" id="32"/>
          <p:cNvSpPr/>
          <p:nvPr/>
        </p:nvSpPr>
        <p:spPr>
          <a:xfrm flipH="false" flipV="false" rot="0">
            <a:off x="3988350" y="5706711"/>
            <a:ext cx="533361" cy="527251"/>
          </a:xfrm>
          <a:custGeom>
            <a:avLst/>
            <a:gdLst/>
            <a:ahLst/>
            <a:cxnLst/>
            <a:rect r="r" b="b" t="t" l="l"/>
            <a:pathLst>
              <a:path h="527251" w="533361">
                <a:moveTo>
                  <a:pt x="0" y="0"/>
                </a:moveTo>
                <a:lnTo>
                  <a:pt x="533361" y="0"/>
                </a:lnTo>
                <a:lnTo>
                  <a:pt x="533361" y="527250"/>
                </a:lnTo>
                <a:lnTo>
                  <a:pt x="0" y="527250"/>
                </a:lnTo>
                <a:lnTo>
                  <a:pt x="0" y="0"/>
                </a:lnTo>
                <a:close/>
              </a:path>
            </a:pathLst>
          </a:custGeom>
          <a:blipFill>
            <a:blip r:embed="rId4"/>
            <a:stretch>
              <a:fillRect l="0" t="0" r="0" b="0"/>
            </a:stretch>
          </a:blipFill>
        </p:spPr>
      </p:sp>
      <p:sp>
        <p:nvSpPr>
          <p:cNvPr name="TextBox 33" id="33"/>
          <p:cNvSpPr txBox="true"/>
          <p:nvPr/>
        </p:nvSpPr>
        <p:spPr>
          <a:xfrm rot="0">
            <a:off x="4243314" y="2518585"/>
            <a:ext cx="9874291" cy="2176366"/>
          </a:xfrm>
          <a:prstGeom prst="rect">
            <a:avLst/>
          </a:prstGeom>
        </p:spPr>
        <p:txBody>
          <a:bodyPr anchor="t" rtlCol="false" tIns="0" lIns="0" bIns="0" rIns="0">
            <a:spAutoFit/>
          </a:bodyPr>
          <a:lstStyle/>
          <a:p>
            <a:pPr algn="ctr" marL="0" indent="0" lvl="0">
              <a:lnSpc>
                <a:spcPts val="8430"/>
              </a:lnSpc>
            </a:pPr>
            <a:r>
              <a:rPr lang="en-US" sz="7806">
                <a:solidFill>
                  <a:srgbClr val="483529"/>
                </a:solidFill>
                <a:latin typeface="Drunken Hour"/>
                <a:ea typeface="Drunken Hour"/>
                <a:cs typeface="Drunken Hour"/>
                <a:sym typeface="Drunken Hour"/>
              </a:rPr>
              <a:t>PENCAPAIAN PERADABAN KUNO</a:t>
            </a:r>
          </a:p>
        </p:txBody>
      </p:sp>
      <p:sp>
        <p:nvSpPr>
          <p:cNvPr name="TextBox 34" id="34"/>
          <p:cNvSpPr txBox="true"/>
          <p:nvPr/>
        </p:nvSpPr>
        <p:spPr>
          <a:xfrm rot="0">
            <a:off x="1535875" y="1159344"/>
            <a:ext cx="2399176" cy="497893"/>
          </a:xfrm>
          <a:prstGeom prst="rect">
            <a:avLst/>
          </a:prstGeom>
        </p:spPr>
        <p:txBody>
          <a:bodyPr anchor="t" rtlCol="false" tIns="0" lIns="0" bIns="0" rIns="0">
            <a:spAutoFit/>
          </a:bodyPr>
          <a:lstStyle/>
          <a:p>
            <a:pPr algn="l" marL="0" indent="0" lvl="0">
              <a:lnSpc>
                <a:spcPts val="4057"/>
              </a:lnSpc>
              <a:spcBef>
                <a:spcPct val="0"/>
              </a:spcBef>
            </a:pPr>
            <a:r>
              <a:rPr lang="en-US" sz="2897">
                <a:solidFill>
                  <a:srgbClr val="483529"/>
                </a:solidFill>
                <a:latin typeface="Glacial Indifference"/>
                <a:ea typeface="Glacial Indifference"/>
                <a:cs typeface="Glacial Indifference"/>
                <a:sym typeface="Glacial Indifference"/>
              </a:rPr>
              <a:t>Sejarah</a:t>
            </a:r>
          </a:p>
        </p:txBody>
      </p:sp>
      <p:sp>
        <p:nvSpPr>
          <p:cNvPr name="TextBox 35" id="35"/>
          <p:cNvSpPr txBox="true"/>
          <p:nvPr/>
        </p:nvSpPr>
        <p:spPr>
          <a:xfrm rot="0">
            <a:off x="7928904" y="1159344"/>
            <a:ext cx="2399176" cy="497893"/>
          </a:xfrm>
          <a:prstGeom prst="rect">
            <a:avLst/>
          </a:prstGeom>
        </p:spPr>
        <p:txBody>
          <a:bodyPr anchor="t" rtlCol="false" tIns="0" lIns="0" bIns="0" rIns="0">
            <a:spAutoFit/>
          </a:bodyPr>
          <a:lstStyle/>
          <a:p>
            <a:pPr algn="ctr" marL="0" indent="0" lvl="0">
              <a:lnSpc>
                <a:spcPts val="4057"/>
              </a:lnSpc>
              <a:spcBef>
                <a:spcPct val="0"/>
              </a:spcBef>
            </a:pPr>
            <a:r>
              <a:rPr lang="en-US" sz="2897">
                <a:solidFill>
                  <a:srgbClr val="483529"/>
                </a:solidFill>
                <a:latin typeface="Glacial Indifference"/>
                <a:ea typeface="Glacial Indifference"/>
                <a:cs typeface="Glacial Indifference"/>
                <a:sym typeface="Glacial Indifference"/>
              </a:rPr>
              <a:t>Kelas</a:t>
            </a:r>
          </a:p>
        </p:txBody>
      </p:sp>
      <p:sp>
        <p:nvSpPr>
          <p:cNvPr name="TextBox 36" id="36"/>
          <p:cNvSpPr txBox="true"/>
          <p:nvPr/>
        </p:nvSpPr>
        <p:spPr>
          <a:xfrm rot="0">
            <a:off x="13584247" y="1159344"/>
            <a:ext cx="3086756" cy="497893"/>
          </a:xfrm>
          <a:prstGeom prst="rect">
            <a:avLst/>
          </a:prstGeom>
        </p:spPr>
        <p:txBody>
          <a:bodyPr anchor="t" rtlCol="false" tIns="0" lIns="0" bIns="0" rIns="0">
            <a:spAutoFit/>
          </a:bodyPr>
          <a:lstStyle/>
          <a:p>
            <a:pPr algn="r" marL="0" indent="0" lvl="0">
              <a:lnSpc>
                <a:spcPts val="4057"/>
              </a:lnSpc>
              <a:spcBef>
                <a:spcPct val="0"/>
              </a:spcBef>
            </a:pPr>
            <a:r>
              <a:rPr lang="en-US" sz="2897">
                <a:solidFill>
                  <a:srgbClr val="483529"/>
                </a:solidFill>
                <a:latin typeface="Glacial Indifference"/>
                <a:ea typeface="Glacial Indifference"/>
                <a:cs typeface="Glacial Indifference"/>
                <a:sym typeface="Glacial Indifference"/>
              </a:rPr>
              <a:t>Presentasi</a:t>
            </a:r>
          </a:p>
        </p:txBody>
      </p:sp>
      <p:sp>
        <p:nvSpPr>
          <p:cNvPr name="TextBox 37" id="37"/>
          <p:cNvSpPr txBox="true"/>
          <p:nvPr/>
        </p:nvSpPr>
        <p:spPr>
          <a:xfrm rot="0">
            <a:off x="5589680" y="4888958"/>
            <a:ext cx="7181558" cy="396631"/>
          </a:xfrm>
          <a:prstGeom prst="rect">
            <a:avLst/>
          </a:prstGeom>
        </p:spPr>
        <p:txBody>
          <a:bodyPr anchor="t" rtlCol="false" tIns="0" lIns="0" bIns="0" rIns="0">
            <a:spAutoFit/>
          </a:bodyPr>
          <a:lstStyle/>
          <a:p>
            <a:pPr algn="ctr" marL="0" indent="0" lvl="0">
              <a:lnSpc>
                <a:spcPts val="3338"/>
              </a:lnSpc>
              <a:spcBef>
                <a:spcPct val="0"/>
              </a:spcBef>
            </a:pPr>
            <a:r>
              <a:rPr lang="en-US" b="true" sz="2384">
                <a:solidFill>
                  <a:srgbClr val="483529"/>
                </a:solidFill>
                <a:latin typeface="Nunito Sans Bold"/>
                <a:ea typeface="Nunito Sans Bold"/>
                <a:cs typeface="Nunito Sans Bold"/>
                <a:sym typeface="Nunito Sans Bold"/>
              </a:rPr>
              <a:t>Tulisan, Matematika, dan Arsitektur Dunia Kuno</a:t>
            </a:r>
          </a:p>
        </p:txBody>
      </p:sp>
      <p:sp>
        <p:nvSpPr>
          <p:cNvPr name="Freeform 38" id="38"/>
          <p:cNvSpPr/>
          <p:nvPr/>
        </p:nvSpPr>
        <p:spPr>
          <a:xfrm flipH="false" flipV="false" rot="0">
            <a:off x="8376929" y="5690187"/>
            <a:ext cx="560480" cy="558325"/>
          </a:xfrm>
          <a:custGeom>
            <a:avLst/>
            <a:gdLst/>
            <a:ahLst/>
            <a:cxnLst/>
            <a:rect r="r" b="b" t="t" l="l"/>
            <a:pathLst>
              <a:path h="558325" w="560480">
                <a:moveTo>
                  <a:pt x="0" y="0"/>
                </a:moveTo>
                <a:lnTo>
                  <a:pt x="560481" y="0"/>
                </a:lnTo>
                <a:lnTo>
                  <a:pt x="560481" y="558325"/>
                </a:lnTo>
                <a:lnTo>
                  <a:pt x="0" y="558325"/>
                </a:lnTo>
                <a:lnTo>
                  <a:pt x="0" y="0"/>
                </a:lnTo>
                <a:close/>
              </a:path>
            </a:pathLst>
          </a:custGeom>
          <a:blipFill>
            <a:blip r:embed="rId5"/>
            <a:stretch>
              <a:fillRect l="0" t="0" r="0" b="0"/>
            </a:stretch>
          </a:blipFill>
        </p:spPr>
      </p:sp>
      <p:sp>
        <p:nvSpPr>
          <p:cNvPr name="Freeform 39" id="39"/>
          <p:cNvSpPr/>
          <p:nvPr/>
        </p:nvSpPr>
        <p:spPr>
          <a:xfrm flipH="false" flipV="false" rot="0">
            <a:off x="12793635" y="5705155"/>
            <a:ext cx="531031" cy="529958"/>
          </a:xfrm>
          <a:custGeom>
            <a:avLst/>
            <a:gdLst/>
            <a:ahLst/>
            <a:cxnLst/>
            <a:rect r="r" b="b" t="t" l="l"/>
            <a:pathLst>
              <a:path h="529958" w="531031">
                <a:moveTo>
                  <a:pt x="0" y="0"/>
                </a:moveTo>
                <a:lnTo>
                  <a:pt x="531030" y="0"/>
                </a:lnTo>
                <a:lnTo>
                  <a:pt x="531030" y="529958"/>
                </a:lnTo>
                <a:lnTo>
                  <a:pt x="0" y="529958"/>
                </a:lnTo>
                <a:lnTo>
                  <a:pt x="0" y="0"/>
                </a:lnTo>
                <a:close/>
              </a:path>
            </a:pathLst>
          </a:custGeom>
          <a:blipFill>
            <a:blip r:embed="rId6"/>
            <a:stretch>
              <a:fillRect l="0" t="0" r="0" b="0"/>
            </a:stretch>
          </a:blipFill>
        </p:spPr>
      </p:sp>
      <p:sp>
        <p:nvSpPr>
          <p:cNvPr name="TextBox 40" id="40"/>
          <p:cNvSpPr txBox="true"/>
          <p:nvPr/>
        </p:nvSpPr>
        <p:spPr>
          <a:xfrm rot="0">
            <a:off x="1974934" y="6493543"/>
            <a:ext cx="4536759" cy="396631"/>
          </a:xfrm>
          <a:prstGeom prst="rect">
            <a:avLst/>
          </a:prstGeom>
        </p:spPr>
        <p:txBody>
          <a:bodyPr anchor="t" rtlCol="false" tIns="0" lIns="0" bIns="0" rIns="0">
            <a:spAutoFit/>
          </a:bodyPr>
          <a:lstStyle/>
          <a:p>
            <a:pPr algn="ctr" marL="0" indent="0" lvl="0">
              <a:lnSpc>
                <a:spcPts val="3338"/>
              </a:lnSpc>
              <a:spcBef>
                <a:spcPct val="0"/>
              </a:spcBef>
            </a:pPr>
            <a:r>
              <a:rPr lang="en-US" b="true" sz="2384">
                <a:solidFill>
                  <a:srgbClr val="483529"/>
                </a:solidFill>
                <a:latin typeface="Nunito Sans Bold"/>
                <a:ea typeface="Nunito Sans Bold"/>
                <a:cs typeface="Nunito Sans Bold"/>
                <a:sym typeface="Nunito Sans Bold"/>
              </a:rPr>
              <a:t>TULISAN KUNO</a:t>
            </a:r>
          </a:p>
        </p:txBody>
      </p:sp>
      <p:sp>
        <p:nvSpPr>
          <p:cNvPr name="TextBox 41" id="41"/>
          <p:cNvSpPr txBox="true"/>
          <p:nvPr/>
        </p:nvSpPr>
        <p:spPr>
          <a:xfrm rot="0">
            <a:off x="2488532" y="7142291"/>
            <a:ext cx="3532865" cy="1508653"/>
          </a:xfrm>
          <a:prstGeom prst="rect">
            <a:avLst/>
          </a:prstGeom>
        </p:spPr>
        <p:txBody>
          <a:bodyPr anchor="t" rtlCol="false" tIns="0" lIns="0" bIns="0" rIns="0">
            <a:spAutoFit/>
          </a:bodyPr>
          <a:lstStyle/>
          <a:p>
            <a:pPr algn="ctr" marL="0" indent="0" lvl="0">
              <a:lnSpc>
                <a:spcPts val="2420"/>
              </a:lnSpc>
              <a:spcBef>
                <a:spcPct val="0"/>
              </a:spcBef>
            </a:pPr>
            <a:r>
              <a:rPr lang="en-US" sz="1729">
                <a:solidFill>
                  <a:srgbClr val="483529"/>
                </a:solidFill>
                <a:latin typeface="Nunito Sans"/>
                <a:ea typeface="Nunito Sans"/>
                <a:cs typeface="Nunito Sans"/>
                <a:sym typeface="Nunito Sans"/>
              </a:rPr>
              <a:t>Tulisan hieroglif Mesir dan aksara Sumeria adalah sistem penulisan tertua di dunia, lahir sekitar 3200 SM sebagai fondasi komunikasi peradaban.</a:t>
            </a:r>
          </a:p>
        </p:txBody>
      </p:sp>
      <p:sp>
        <p:nvSpPr>
          <p:cNvPr name="TextBox 42" id="42"/>
          <p:cNvSpPr txBox="true"/>
          <p:nvPr/>
        </p:nvSpPr>
        <p:spPr>
          <a:xfrm rot="0">
            <a:off x="6388802" y="6434314"/>
            <a:ext cx="4536759" cy="396631"/>
          </a:xfrm>
          <a:prstGeom prst="rect">
            <a:avLst/>
          </a:prstGeom>
        </p:spPr>
        <p:txBody>
          <a:bodyPr anchor="t" rtlCol="false" tIns="0" lIns="0" bIns="0" rIns="0">
            <a:spAutoFit/>
          </a:bodyPr>
          <a:lstStyle/>
          <a:p>
            <a:pPr algn="ctr" marL="0" indent="0" lvl="0">
              <a:lnSpc>
                <a:spcPts val="3338"/>
              </a:lnSpc>
              <a:spcBef>
                <a:spcPct val="0"/>
              </a:spcBef>
            </a:pPr>
            <a:r>
              <a:rPr lang="en-US" b="true" sz="2384">
                <a:solidFill>
                  <a:srgbClr val="483529"/>
                </a:solidFill>
                <a:latin typeface="Nunito Sans Bold"/>
                <a:ea typeface="Nunito Sans Bold"/>
                <a:cs typeface="Nunito Sans Bold"/>
                <a:sym typeface="Nunito Sans Bold"/>
              </a:rPr>
              <a:t>MATEMATIKA</a:t>
            </a:r>
          </a:p>
        </p:txBody>
      </p:sp>
      <p:sp>
        <p:nvSpPr>
          <p:cNvPr name="TextBox 43" id="43"/>
          <p:cNvSpPr txBox="true"/>
          <p:nvPr/>
        </p:nvSpPr>
        <p:spPr>
          <a:xfrm rot="0">
            <a:off x="6902400" y="7083062"/>
            <a:ext cx="3532865" cy="1508653"/>
          </a:xfrm>
          <a:prstGeom prst="rect">
            <a:avLst/>
          </a:prstGeom>
        </p:spPr>
        <p:txBody>
          <a:bodyPr anchor="t" rtlCol="false" tIns="0" lIns="0" bIns="0" rIns="0">
            <a:spAutoFit/>
          </a:bodyPr>
          <a:lstStyle/>
          <a:p>
            <a:pPr algn="ctr" marL="0" indent="0" lvl="0">
              <a:lnSpc>
                <a:spcPts val="2420"/>
              </a:lnSpc>
              <a:spcBef>
                <a:spcPct val="0"/>
              </a:spcBef>
            </a:pPr>
            <a:r>
              <a:rPr lang="en-US" sz="1729">
                <a:solidFill>
                  <a:srgbClr val="483529"/>
                </a:solidFill>
                <a:latin typeface="Nunito Sans"/>
                <a:ea typeface="Nunito Sans"/>
                <a:cs typeface="Nunito Sans"/>
                <a:sym typeface="Nunito Sans"/>
              </a:rPr>
              <a:t>Bangsa Babilonia dan Mesir Kuno mengembangkan sistem bilangan, geometri, dan aljabar awal yang menjadi dasar ilmu pengetahuan modern.</a:t>
            </a:r>
          </a:p>
        </p:txBody>
      </p:sp>
      <p:sp>
        <p:nvSpPr>
          <p:cNvPr name="TextBox 44" id="44"/>
          <p:cNvSpPr txBox="true"/>
          <p:nvPr/>
        </p:nvSpPr>
        <p:spPr>
          <a:xfrm rot="0">
            <a:off x="10802670" y="6375085"/>
            <a:ext cx="4536759" cy="396631"/>
          </a:xfrm>
          <a:prstGeom prst="rect">
            <a:avLst/>
          </a:prstGeom>
        </p:spPr>
        <p:txBody>
          <a:bodyPr anchor="t" rtlCol="false" tIns="0" lIns="0" bIns="0" rIns="0">
            <a:spAutoFit/>
          </a:bodyPr>
          <a:lstStyle/>
          <a:p>
            <a:pPr algn="ctr" marL="0" indent="0" lvl="0">
              <a:lnSpc>
                <a:spcPts val="3338"/>
              </a:lnSpc>
              <a:spcBef>
                <a:spcPct val="0"/>
              </a:spcBef>
            </a:pPr>
            <a:r>
              <a:rPr lang="en-US" b="true" sz="2384">
                <a:solidFill>
                  <a:srgbClr val="483529"/>
                </a:solidFill>
                <a:latin typeface="Nunito Sans Bold"/>
                <a:ea typeface="Nunito Sans Bold"/>
                <a:cs typeface="Nunito Sans Bold"/>
                <a:sym typeface="Nunito Sans Bold"/>
              </a:rPr>
              <a:t>ARSITEKTUR</a:t>
            </a:r>
          </a:p>
        </p:txBody>
      </p:sp>
      <p:sp>
        <p:nvSpPr>
          <p:cNvPr name="TextBox 45" id="45"/>
          <p:cNvSpPr txBox="true"/>
          <p:nvPr/>
        </p:nvSpPr>
        <p:spPr>
          <a:xfrm rot="0">
            <a:off x="11316267" y="7023833"/>
            <a:ext cx="3532865" cy="1508653"/>
          </a:xfrm>
          <a:prstGeom prst="rect">
            <a:avLst/>
          </a:prstGeom>
        </p:spPr>
        <p:txBody>
          <a:bodyPr anchor="t" rtlCol="false" tIns="0" lIns="0" bIns="0" rIns="0">
            <a:spAutoFit/>
          </a:bodyPr>
          <a:lstStyle/>
          <a:p>
            <a:pPr algn="ctr" marL="0" indent="0" lvl="0">
              <a:lnSpc>
                <a:spcPts val="2420"/>
              </a:lnSpc>
              <a:spcBef>
                <a:spcPct val="0"/>
              </a:spcBef>
            </a:pPr>
            <a:r>
              <a:rPr lang="en-US" sz="1729">
                <a:solidFill>
                  <a:srgbClr val="483529"/>
                </a:solidFill>
                <a:latin typeface="Nunito Sans"/>
                <a:ea typeface="Nunito Sans"/>
                <a:cs typeface="Nunito Sans"/>
                <a:sym typeface="Nunito Sans"/>
              </a:rPr>
              <a:t>Piramida Giza, Colosseum Roma, dan Parthenon Yunani adalah bukti kehebatan arsitektur kuno yang masih berdiri megah hingga kini.</a:t>
            </a:r>
          </a:p>
        </p:txBody>
      </p:sp>
    </p:spTree>
  </p:cSld>
  <p:clrMapOvr>
    <a:masterClrMapping/>
  </p:clrMapOvr>
  <p:transition spd="fast">
    <p:wipe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371C08"/>
        </a:solidFill>
      </p:bgPr>
    </p:bg>
    <p:spTree>
      <p:nvGrpSpPr>
        <p:cNvPr id="1" name=""/>
        <p:cNvGrpSpPr/>
        <p:nvPr/>
      </p:nvGrpSpPr>
      <p:grpSpPr>
        <a:xfrm>
          <a:off x="0" y="0"/>
          <a:ext cx="0" cy="0"/>
          <a:chOff x="0" y="0"/>
          <a:chExt cx="0" cy="0"/>
        </a:xfrm>
      </p:grpSpPr>
      <p:grpSp>
        <p:nvGrpSpPr>
          <p:cNvPr name="Group 2" id="2"/>
          <p:cNvGrpSpPr/>
          <p:nvPr/>
        </p:nvGrpSpPr>
        <p:grpSpPr>
          <a:xfrm rot="0">
            <a:off x="518764" y="639118"/>
            <a:ext cx="17219457" cy="9064418"/>
            <a:chOff x="0" y="0"/>
            <a:chExt cx="22959275" cy="12085890"/>
          </a:xfrm>
        </p:grpSpPr>
        <p:grpSp>
          <p:nvGrpSpPr>
            <p:cNvPr name="Group 3" id="3"/>
            <p:cNvGrpSpPr/>
            <p:nvPr/>
          </p:nvGrpSpPr>
          <p:grpSpPr>
            <a:xfrm rot="0">
              <a:off x="327257" y="228600"/>
              <a:ext cx="22346115" cy="11554484"/>
              <a:chOff x="0" y="0"/>
              <a:chExt cx="4414047" cy="2282367"/>
            </a:xfrm>
          </p:grpSpPr>
          <p:sp>
            <p:nvSpPr>
              <p:cNvPr name="Freeform 4" id="4"/>
              <p:cNvSpPr/>
              <p:nvPr/>
            </p:nvSpPr>
            <p:spPr>
              <a:xfrm flipH="false" flipV="false" rot="0">
                <a:off x="0" y="0"/>
                <a:ext cx="4414047" cy="2282367"/>
              </a:xfrm>
              <a:custGeom>
                <a:avLst/>
                <a:gdLst/>
                <a:ahLst/>
                <a:cxnLst/>
                <a:rect r="r" b="b" t="t" l="l"/>
                <a:pathLst>
                  <a:path h="2282367" w="4414047">
                    <a:moveTo>
                      <a:pt x="4334629" y="0"/>
                    </a:moveTo>
                    <a:lnTo>
                      <a:pt x="79418" y="0"/>
                    </a:lnTo>
                    <a:cubicBezTo>
                      <a:pt x="79418" y="43699"/>
                      <a:pt x="44079" y="79418"/>
                      <a:pt x="0" y="79418"/>
                    </a:cubicBezTo>
                    <a:lnTo>
                      <a:pt x="0" y="2202949"/>
                    </a:lnTo>
                    <a:cubicBezTo>
                      <a:pt x="43699" y="2202949"/>
                      <a:pt x="79418" y="2238288"/>
                      <a:pt x="79418" y="2282367"/>
                    </a:cubicBezTo>
                    <a:lnTo>
                      <a:pt x="4334629" y="2282367"/>
                    </a:lnTo>
                    <a:cubicBezTo>
                      <a:pt x="4334629" y="2238668"/>
                      <a:pt x="4369968" y="2202949"/>
                      <a:pt x="4414047" y="2202949"/>
                    </a:cubicBezTo>
                    <a:lnTo>
                      <a:pt x="4414047" y="79418"/>
                    </a:lnTo>
                    <a:cubicBezTo>
                      <a:pt x="4370348" y="79418"/>
                      <a:pt x="4334629" y="44079"/>
                      <a:pt x="4334629" y="0"/>
                    </a:cubicBezTo>
                    <a:close/>
                  </a:path>
                </a:pathLst>
              </a:custGeom>
              <a:solidFill>
                <a:srgbClr val="E1D4C1"/>
              </a:solidFill>
            </p:spPr>
          </p:sp>
          <p:sp>
            <p:nvSpPr>
              <p:cNvPr name="TextBox 5" id="5"/>
              <p:cNvSpPr txBox="true"/>
              <p:nvPr/>
            </p:nvSpPr>
            <p:spPr>
              <a:xfrm>
                <a:off x="38100" y="0"/>
                <a:ext cx="4337847" cy="2244267"/>
              </a:xfrm>
              <a:prstGeom prst="rect">
                <a:avLst/>
              </a:prstGeom>
            </p:spPr>
            <p:txBody>
              <a:bodyPr anchor="ctr" rtlCol="false" tIns="50800" lIns="50800" bIns="50800" rIns="50800"/>
              <a:lstStyle/>
              <a:p>
                <a:pPr algn="ctr" marL="0" indent="0" lvl="0">
                  <a:lnSpc>
                    <a:spcPts val="2659"/>
                  </a:lnSpc>
                </a:pPr>
              </a:p>
            </p:txBody>
          </p:sp>
        </p:grpSp>
        <p:grpSp>
          <p:nvGrpSpPr>
            <p:cNvPr name="Group 6" id="6"/>
            <p:cNvGrpSpPr/>
            <p:nvPr/>
          </p:nvGrpSpPr>
          <p:grpSpPr>
            <a:xfrm rot="0">
              <a:off x="0" y="0"/>
              <a:ext cx="22959275" cy="12085890"/>
              <a:chOff x="0" y="0"/>
              <a:chExt cx="4535166" cy="2387336"/>
            </a:xfrm>
          </p:grpSpPr>
          <p:sp>
            <p:nvSpPr>
              <p:cNvPr name="Freeform 7" id="7"/>
              <p:cNvSpPr/>
              <p:nvPr/>
            </p:nvSpPr>
            <p:spPr>
              <a:xfrm flipH="false" flipV="false" rot="0">
                <a:off x="0" y="0"/>
                <a:ext cx="4535165" cy="2387336"/>
              </a:xfrm>
              <a:custGeom>
                <a:avLst/>
                <a:gdLst/>
                <a:ahLst/>
                <a:cxnLst/>
                <a:rect r="r" b="b" t="t" l="l"/>
                <a:pathLst>
                  <a:path h="2387336" w="4535165">
                    <a:moveTo>
                      <a:pt x="4455747" y="0"/>
                    </a:moveTo>
                    <a:lnTo>
                      <a:pt x="79418" y="0"/>
                    </a:lnTo>
                    <a:cubicBezTo>
                      <a:pt x="79418" y="43699"/>
                      <a:pt x="44079" y="79418"/>
                      <a:pt x="0" y="79418"/>
                    </a:cubicBezTo>
                    <a:lnTo>
                      <a:pt x="0" y="2307918"/>
                    </a:lnTo>
                    <a:cubicBezTo>
                      <a:pt x="43699" y="2307918"/>
                      <a:pt x="79418" y="2343257"/>
                      <a:pt x="79418" y="2387336"/>
                    </a:cubicBezTo>
                    <a:lnTo>
                      <a:pt x="4455747" y="2387336"/>
                    </a:lnTo>
                    <a:cubicBezTo>
                      <a:pt x="4455747" y="2343637"/>
                      <a:pt x="4491086" y="2307918"/>
                      <a:pt x="4535165" y="2307918"/>
                    </a:cubicBezTo>
                    <a:lnTo>
                      <a:pt x="4535165" y="79418"/>
                    </a:lnTo>
                    <a:cubicBezTo>
                      <a:pt x="4491466" y="79418"/>
                      <a:pt x="4455747" y="44079"/>
                      <a:pt x="4455747" y="0"/>
                    </a:cubicBezTo>
                    <a:close/>
                  </a:path>
                </a:pathLst>
              </a:custGeom>
              <a:ln w="38100" cap="sq">
                <a:solidFill>
                  <a:srgbClr val="E1D4C1"/>
                </a:solidFill>
                <a:prstDash val="solid"/>
                <a:miter/>
              </a:ln>
            </p:spPr>
          </p:sp>
          <p:sp>
            <p:nvSpPr>
              <p:cNvPr name="TextBox 8" id="8"/>
              <p:cNvSpPr txBox="true"/>
              <p:nvPr/>
            </p:nvSpPr>
            <p:spPr>
              <a:xfrm>
                <a:off x="38100" y="0"/>
                <a:ext cx="4458966" cy="2349236"/>
              </a:xfrm>
              <a:prstGeom prst="rect">
                <a:avLst/>
              </a:prstGeom>
            </p:spPr>
            <p:txBody>
              <a:bodyPr anchor="ctr" rtlCol="false" tIns="50800" lIns="50800" bIns="50800" rIns="50800"/>
              <a:lstStyle/>
              <a:p>
                <a:pPr algn="ctr" marL="0" indent="0" lvl="0">
                  <a:lnSpc>
                    <a:spcPts val="2659"/>
                  </a:lnSpc>
                </a:pPr>
              </a:p>
            </p:txBody>
          </p:sp>
        </p:grpSp>
      </p:grpSp>
      <p:grpSp>
        <p:nvGrpSpPr>
          <p:cNvPr name="Group 9" id="9"/>
          <p:cNvGrpSpPr/>
          <p:nvPr/>
        </p:nvGrpSpPr>
        <p:grpSpPr>
          <a:xfrm rot="0">
            <a:off x="341564" y="456168"/>
            <a:ext cx="354400" cy="3544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2" id="12"/>
          <p:cNvGrpSpPr/>
          <p:nvPr/>
        </p:nvGrpSpPr>
        <p:grpSpPr>
          <a:xfrm rot="0">
            <a:off x="17561021" y="456168"/>
            <a:ext cx="354400" cy="3544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5" id="15"/>
          <p:cNvGrpSpPr/>
          <p:nvPr/>
        </p:nvGrpSpPr>
        <p:grpSpPr>
          <a:xfrm rot="0">
            <a:off x="341564" y="9526336"/>
            <a:ext cx="354400" cy="35440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8" id="18"/>
          <p:cNvGrpSpPr/>
          <p:nvPr/>
        </p:nvGrpSpPr>
        <p:grpSpPr>
          <a:xfrm rot="0">
            <a:off x="17561021" y="9526336"/>
            <a:ext cx="354400" cy="35440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TextBox 21" id="21"/>
          <p:cNvSpPr txBox="true"/>
          <p:nvPr/>
        </p:nvSpPr>
        <p:spPr>
          <a:xfrm rot="0">
            <a:off x="6796712" y="2734648"/>
            <a:ext cx="9874291" cy="1109566"/>
          </a:xfrm>
          <a:prstGeom prst="rect">
            <a:avLst/>
          </a:prstGeom>
        </p:spPr>
        <p:txBody>
          <a:bodyPr anchor="t" rtlCol="false" tIns="0" lIns="0" bIns="0" rIns="0">
            <a:spAutoFit/>
          </a:bodyPr>
          <a:lstStyle/>
          <a:p>
            <a:pPr algn="r" marL="0" indent="0" lvl="0">
              <a:lnSpc>
                <a:spcPts val="8430"/>
              </a:lnSpc>
            </a:pPr>
            <a:r>
              <a:rPr lang="en-US" sz="7806">
                <a:solidFill>
                  <a:srgbClr val="483529"/>
                </a:solidFill>
                <a:latin typeface="Drunken Hour"/>
                <a:ea typeface="Drunken Hour"/>
                <a:cs typeface="Drunken Hour"/>
                <a:sym typeface="Drunken Hour"/>
              </a:rPr>
              <a:t>ABAD PERTENGAHAN</a:t>
            </a:r>
          </a:p>
        </p:txBody>
      </p:sp>
      <p:sp>
        <p:nvSpPr>
          <p:cNvPr name="TextBox 22" id="22"/>
          <p:cNvSpPr txBox="true"/>
          <p:nvPr/>
        </p:nvSpPr>
        <p:spPr>
          <a:xfrm rot="0">
            <a:off x="7878798" y="3787147"/>
            <a:ext cx="8792205" cy="456342"/>
          </a:xfrm>
          <a:prstGeom prst="rect">
            <a:avLst/>
          </a:prstGeom>
        </p:spPr>
        <p:txBody>
          <a:bodyPr anchor="t" rtlCol="false" tIns="0" lIns="0" bIns="0" rIns="0">
            <a:spAutoFit/>
          </a:bodyPr>
          <a:lstStyle/>
          <a:p>
            <a:pPr algn="r" marL="0" indent="0" lvl="0">
              <a:lnSpc>
                <a:spcPts val="3722"/>
              </a:lnSpc>
              <a:spcBef>
                <a:spcPct val="0"/>
              </a:spcBef>
            </a:pPr>
            <a:r>
              <a:rPr lang="en-US" sz="2658" i="true">
                <a:solidFill>
                  <a:srgbClr val="483529"/>
                </a:solidFill>
                <a:latin typeface="Nunito Sans Italics"/>
                <a:ea typeface="Nunito Sans Italics"/>
                <a:cs typeface="Nunito Sans Italics"/>
                <a:sym typeface="Nunito Sans Italics"/>
              </a:rPr>
              <a:t>Feodalisme, Perang Salib, dan Kebangkitan Gereja</a:t>
            </a:r>
          </a:p>
        </p:txBody>
      </p:sp>
      <p:grpSp>
        <p:nvGrpSpPr>
          <p:cNvPr name="Group 23" id="23"/>
          <p:cNvGrpSpPr/>
          <p:nvPr/>
        </p:nvGrpSpPr>
        <p:grpSpPr>
          <a:xfrm rot="0">
            <a:off x="1535875" y="2351867"/>
            <a:ext cx="6389557" cy="6672051"/>
            <a:chOff x="0" y="0"/>
            <a:chExt cx="1876339" cy="1959296"/>
          </a:xfrm>
        </p:grpSpPr>
        <p:sp>
          <p:nvSpPr>
            <p:cNvPr name="Freeform 24" id="24"/>
            <p:cNvSpPr/>
            <p:nvPr/>
          </p:nvSpPr>
          <p:spPr>
            <a:xfrm flipH="false" flipV="false" rot="0">
              <a:off x="0" y="0"/>
              <a:ext cx="1876340" cy="1959296"/>
            </a:xfrm>
            <a:custGeom>
              <a:avLst/>
              <a:gdLst/>
              <a:ahLst/>
              <a:cxnLst/>
              <a:rect r="r" b="b" t="t" l="l"/>
              <a:pathLst>
                <a:path h="1959296" w="1876340">
                  <a:moveTo>
                    <a:pt x="61794" y="0"/>
                  </a:moveTo>
                  <a:lnTo>
                    <a:pt x="1814545" y="0"/>
                  </a:lnTo>
                  <a:cubicBezTo>
                    <a:pt x="1848673" y="0"/>
                    <a:pt x="1876340" y="27666"/>
                    <a:pt x="1876340" y="61794"/>
                  </a:cubicBezTo>
                  <a:lnTo>
                    <a:pt x="1876340" y="1897501"/>
                  </a:lnTo>
                  <a:cubicBezTo>
                    <a:pt x="1876340" y="1931630"/>
                    <a:pt x="1848673" y="1959296"/>
                    <a:pt x="1814545" y="1959296"/>
                  </a:cubicBezTo>
                  <a:lnTo>
                    <a:pt x="61794" y="1959296"/>
                  </a:lnTo>
                  <a:cubicBezTo>
                    <a:pt x="27666" y="1959296"/>
                    <a:pt x="0" y="1931630"/>
                    <a:pt x="0" y="1897501"/>
                  </a:cubicBezTo>
                  <a:lnTo>
                    <a:pt x="0" y="61794"/>
                  </a:lnTo>
                  <a:cubicBezTo>
                    <a:pt x="0" y="27666"/>
                    <a:pt x="27666" y="0"/>
                    <a:pt x="61794" y="0"/>
                  </a:cubicBezTo>
                  <a:close/>
                </a:path>
              </a:pathLst>
            </a:custGeom>
            <a:ln w="38100" cap="rnd">
              <a:solidFill>
                <a:srgbClr val="483529"/>
              </a:solidFill>
              <a:prstDash val="solid"/>
              <a:round/>
            </a:ln>
          </p:spPr>
        </p:sp>
        <p:sp>
          <p:nvSpPr>
            <p:cNvPr name="TextBox 25" id="25"/>
            <p:cNvSpPr txBox="true"/>
            <p:nvPr/>
          </p:nvSpPr>
          <p:spPr>
            <a:xfrm>
              <a:off x="0" y="-38100"/>
              <a:ext cx="1876339" cy="1997396"/>
            </a:xfrm>
            <a:prstGeom prst="rect">
              <a:avLst/>
            </a:prstGeom>
          </p:spPr>
          <p:txBody>
            <a:bodyPr anchor="ctr" rtlCol="false" tIns="50800" lIns="50800" bIns="50800" rIns="50800"/>
            <a:lstStyle/>
            <a:p>
              <a:pPr algn="ctr" marL="0" indent="0" lvl="0">
                <a:lnSpc>
                  <a:spcPts val="2659"/>
                </a:lnSpc>
              </a:pPr>
            </a:p>
          </p:txBody>
        </p:sp>
      </p:grpSp>
      <p:sp>
        <p:nvSpPr>
          <p:cNvPr name="Freeform 26" id="26"/>
          <p:cNvSpPr/>
          <p:nvPr/>
        </p:nvSpPr>
        <p:spPr>
          <a:xfrm flipH="false" flipV="false" rot="0">
            <a:off x="8631729" y="4435011"/>
            <a:ext cx="8805502" cy="4138586"/>
          </a:xfrm>
          <a:custGeom>
            <a:avLst/>
            <a:gdLst/>
            <a:ahLst/>
            <a:cxnLst/>
            <a:rect r="r" b="b" t="t" l="l"/>
            <a:pathLst>
              <a:path h="4138586" w="8805502">
                <a:moveTo>
                  <a:pt x="0" y="0"/>
                </a:moveTo>
                <a:lnTo>
                  <a:pt x="8805503" y="0"/>
                </a:lnTo>
                <a:lnTo>
                  <a:pt x="8805503" y="4138586"/>
                </a:lnTo>
                <a:lnTo>
                  <a:pt x="0" y="4138586"/>
                </a:lnTo>
                <a:lnTo>
                  <a:pt x="0" y="0"/>
                </a:lnTo>
                <a:close/>
              </a:path>
            </a:pathLst>
          </a:custGeom>
          <a:blipFill>
            <a:blip r:embed="rId2"/>
            <a:stretch>
              <a:fillRect l="0" t="0" r="0" b="0"/>
            </a:stretch>
          </a:blipFill>
        </p:spPr>
      </p:sp>
      <p:sp>
        <p:nvSpPr>
          <p:cNvPr name="TextBox 27" id="27"/>
          <p:cNvSpPr txBox="true"/>
          <p:nvPr/>
        </p:nvSpPr>
        <p:spPr>
          <a:xfrm rot="0">
            <a:off x="1535875" y="1159344"/>
            <a:ext cx="2399176" cy="497893"/>
          </a:xfrm>
          <a:prstGeom prst="rect">
            <a:avLst/>
          </a:prstGeom>
        </p:spPr>
        <p:txBody>
          <a:bodyPr anchor="t" rtlCol="false" tIns="0" lIns="0" bIns="0" rIns="0">
            <a:spAutoFit/>
          </a:bodyPr>
          <a:lstStyle/>
          <a:p>
            <a:pPr algn="l" marL="0" indent="0" lvl="0">
              <a:lnSpc>
                <a:spcPts val="4057"/>
              </a:lnSpc>
              <a:spcBef>
                <a:spcPct val="0"/>
              </a:spcBef>
            </a:pPr>
            <a:r>
              <a:rPr lang="en-US" sz="2897">
                <a:solidFill>
                  <a:srgbClr val="483529"/>
                </a:solidFill>
                <a:latin typeface="Glacial Indifference"/>
                <a:ea typeface="Glacial Indifference"/>
                <a:cs typeface="Glacial Indifference"/>
                <a:sym typeface="Glacial Indifference"/>
              </a:rPr>
              <a:t>Sejarah Dunia</a:t>
            </a:r>
          </a:p>
        </p:txBody>
      </p:sp>
      <p:sp>
        <p:nvSpPr>
          <p:cNvPr name="TextBox 28" id="28"/>
          <p:cNvSpPr txBox="true"/>
          <p:nvPr/>
        </p:nvSpPr>
        <p:spPr>
          <a:xfrm rot="0">
            <a:off x="7928904" y="1159344"/>
            <a:ext cx="2399176" cy="497893"/>
          </a:xfrm>
          <a:prstGeom prst="rect">
            <a:avLst/>
          </a:prstGeom>
        </p:spPr>
        <p:txBody>
          <a:bodyPr anchor="t" rtlCol="false" tIns="0" lIns="0" bIns="0" rIns="0">
            <a:spAutoFit/>
          </a:bodyPr>
          <a:lstStyle/>
          <a:p>
            <a:pPr algn="ctr" marL="0" indent="0" lvl="0">
              <a:lnSpc>
                <a:spcPts val="4057"/>
              </a:lnSpc>
              <a:spcBef>
                <a:spcPct val="0"/>
              </a:spcBef>
            </a:pPr>
            <a:r>
              <a:rPr lang="en-US" sz="2897">
                <a:solidFill>
                  <a:srgbClr val="483529"/>
                </a:solidFill>
                <a:latin typeface="Glacial Indifference"/>
                <a:ea typeface="Glacial Indifference"/>
                <a:cs typeface="Glacial Indifference"/>
                <a:sym typeface="Glacial Indifference"/>
              </a:rPr>
              <a:t>Kelas</a:t>
            </a:r>
          </a:p>
        </p:txBody>
      </p:sp>
      <p:sp>
        <p:nvSpPr>
          <p:cNvPr name="TextBox 29" id="29"/>
          <p:cNvSpPr txBox="true"/>
          <p:nvPr/>
        </p:nvSpPr>
        <p:spPr>
          <a:xfrm rot="0">
            <a:off x="13584247" y="1159344"/>
            <a:ext cx="3086756" cy="497893"/>
          </a:xfrm>
          <a:prstGeom prst="rect">
            <a:avLst/>
          </a:prstGeom>
        </p:spPr>
        <p:txBody>
          <a:bodyPr anchor="t" rtlCol="false" tIns="0" lIns="0" bIns="0" rIns="0">
            <a:spAutoFit/>
          </a:bodyPr>
          <a:lstStyle/>
          <a:p>
            <a:pPr algn="r" marL="0" indent="0" lvl="0">
              <a:lnSpc>
                <a:spcPts val="4057"/>
              </a:lnSpc>
              <a:spcBef>
                <a:spcPct val="0"/>
              </a:spcBef>
            </a:pPr>
            <a:r>
              <a:rPr lang="en-US" sz="2897">
                <a:solidFill>
                  <a:srgbClr val="483529"/>
                </a:solidFill>
                <a:latin typeface="Glacial Indifference"/>
                <a:ea typeface="Glacial Indifference"/>
                <a:cs typeface="Glacial Indifference"/>
                <a:sym typeface="Glacial Indifference"/>
              </a:rPr>
              <a:t>Presentasi</a:t>
            </a:r>
          </a:p>
        </p:txBody>
      </p:sp>
      <p:sp>
        <p:nvSpPr>
          <p:cNvPr name="TextBox 30" id="30"/>
          <p:cNvSpPr txBox="true"/>
          <p:nvPr/>
        </p:nvSpPr>
        <p:spPr>
          <a:xfrm rot="0">
            <a:off x="1855082" y="2787341"/>
            <a:ext cx="6389557" cy="814721"/>
          </a:xfrm>
          <a:prstGeom prst="rect">
            <a:avLst/>
          </a:prstGeom>
        </p:spPr>
        <p:txBody>
          <a:bodyPr anchor="t" rtlCol="false" tIns="0" lIns="0" bIns="0" rIns="0">
            <a:spAutoFit/>
          </a:bodyPr>
          <a:lstStyle/>
          <a:p>
            <a:pPr algn="l" marL="0" indent="0" lvl="0">
              <a:lnSpc>
                <a:spcPts val="3338"/>
              </a:lnSpc>
              <a:spcBef>
                <a:spcPct val="0"/>
              </a:spcBef>
            </a:pPr>
            <a:r>
              <a:rPr lang="en-US" b="true" sz="2384" i="true">
                <a:solidFill>
                  <a:srgbClr val="483529"/>
                </a:solidFill>
                <a:latin typeface="Nunito Sans Bold Italics"/>
                <a:ea typeface="Nunito Sans Bold Italics"/>
                <a:cs typeface="Nunito Sans Bold Italics"/>
                <a:sym typeface="Nunito Sans Bold Italics"/>
              </a:rPr>
              <a:t>Feodalisme &amp; Kekuasaan Gereja di Abad Pertengahan</a:t>
            </a:r>
          </a:p>
        </p:txBody>
      </p:sp>
      <p:sp>
        <p:nvSpPr>
          <p:cNvPr name="TextBox 31" id="31"/>
          <p:cNvSpPr txBox="true"/>
          <p:nvPr/>
        </p:nvSpPr>
        <p:spPr>
          <a:xfrm rot="0">
            <a:off x="1855082" y="3881795"/>
            <a:ext cx="5800107" cy="4456323"/>
          </a:xfrm>
          <a:prstGeom prst="rect">
            <a:avLst/>
          </a:prstGeom>
        </p:spPr>
        <p:txBody>
          <a:bodyPr anchor="t" rtlCol="false" tIns="0" lIns="0" bIns="0" rIns="0">
            <a:spAutoFit/>
          </a:bodyPr>
          <a:lstStyle/>
          <a:p>
            <a:pPr algn="l" marL="0" indent="0" lvl="0">
              <a:lnSpc>
                <a:spcPts val="2700"/>
              </a:lnSpc>
            </a:pPr>
            <a:r>
              <a:rPr lang="en-US" sz="1929">
                <a:solidFill>
                  <a:srgbClr val="483529"/>
                </a:solidFill>
                <a:latin typeface="Nunito Sans"/>
                <a:ea typeface="Nunito Sans"/>
                <a:cs typeface="Nunito Sans"/>
                <a:sym typeface="Nunito Sans"/>
              </a:rPr>
              <a:t>Sistem feodalisme mendominasi struktur sosial Eropa, di mana raja, bangsawan, dan petani hidup dalam hierarki ketat.</a:t>
            </a:r>
          </a:p>
          <a:p>
            <a:pPr algn="l" marL="0" indent="0" lvl="0">
              <a:lnSpc>
                <a:spcPts val="2700"/>
              </a:lnSpc>
            </a:pPr>
            <a:r>
              <a:rPr lang="en-US" sz="1929">
                <a:solidFill>
                  <a:srgbClr val="483529"/>
                </a:solidFill>
                <a:latin typeface="Nunito Sans"/>
                <a:ea typeface="Nunito Sans"/>
                <a:cs typeface="Nunito Sans"/>
                <a:sym typeface="Nunito Sans"/>
              </a:rPr>
              <a:t>Perang Salib (1096–1291) adalah serangkaian ekspedisi militer yang diprakarsai Gereja Katolik untuk merebut kembali Tanah Suci dari kekuasaan Muslim.</a:t>
            </a:r>
          </a:p>
          <a:p>
            <a:pPr algn="l" marL="0" indent="0" lvl="0">
              <a:lnSpc>
                <a:spcPts val="2700"/>
              </a:lnSpc>
            </a:pPr>
            <a:r>
              <a:rPr lang="en-US" sz="1929">
                <a:solidFill>
                  <a:srgbClr val="483529"/>
                </a:solidFill>
                <a:latin typeface="Nunito Sans"/>
                <a:ea typeface="Nunito Sans"/>
                <a:cs typeface="Nunito Sans"/>
                <a:sym typeface="Nunito Sans"/>
              </a:rPr>
              <a:t>Gereja Katolik menjadi kekuatan politik dan spiritual terbesar, mengendalikan pendidikan, hukum, dan kehidupan masyarakat Eropa.</a:t>
            </a:r>
          </a:p>
          <a:p>
            <a:pPr algn="l" marL="0" indent="0" lvl="0">
              <a:lnSpc>
                <a:spcPts val="2700"/>
              </a:lnSpc>
            </a:pPr>
            <a:r>
              <a:rPr lang="en-US" sz="1929">
                <a:solidFill>
                  <a:srgbClr val="483529"/>
                </a:solidFill>
                <a:latin typeface="Nunito Sans"/>
                <a:ea typeface="Nunito Sans"/>
                <a:cs typeface="Nunito Sans"/>
                <a:sym typeface="Nunito Sans"/>
              </a:rPr>
              <a:t>Kebangkitan kota-kota perdagangan dan universitas pertama di Eropa mulai mengubah tatanan masyarakat abad pertengahan.</a:t>
            </a:r>
          </a:p>
        </p:txBody>
      </p:sp>
    </p:spTree>
  </p:cSld>
  <p:clrMapOvr>
    <a:masterClrMapping/>
  </p:clrMapOvr>
  <p:transition spd="fast">
    <p:wipe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371C08"/>
        </a:solidFill>
      </p:bgPr>
    </p:bg>
    <p:spTree>
      <p:nvGrpSpPr>
        <p:cNvPr id="1" name=""/>
        <p:cNvGrpSpPr/>
        <p:nvPr/>
      </p:nvGrpSpPr>
      <p:grpSpPr>
        <a:xfrm>
          <a:off x="0" y="0"/>
          <a:ext cx="0" cy="0"/>
          <a:chOff x="0" y="0"/>
          <a:chExt cx="0" cy="0"/>
        </a:xfrm>
      </p:grpSpPr>
      <p:grpSp>
        <p:nvGrpSpPr>
          <p:cNvPr name="Group 2" id="2"/>
          <p:cNvGrpSpPr/>
          <p:nvPr/>
        </p:nvGrpSpPr>
        <p:grpSpPr>
          <a:xfrm rot="0">
            <a:off x="518764" y="639118"/>
            <a:ext cx="17219457" cy="9064418"/>
            <a:chOff x="0" y="0"/>
            <a:chExt cx="22959275" cy="12085890"/>
          </a:xfrm>
        </p:grpSpPr>
        <p:grpSp>
          <p:nvGrpSpPr>
            <p:cNvPr name="Group 3" id="3"/>
            <p:cNvGrpSpPr/>
            <p:nvPr/>
          </p:nvGrpSpPr>
          <p:grpSpPr>
            <a:xfrm rot="0">
              <a:off x="327257" y="228600"/>
              <a:ext cx="22346115" cy="11554484"/>
              <a:chOff x="0" y="0"/>
              <a:chExt cx="4414047" cy="2282367"/>
            </a:xfrm>
          </p:grpSpPr>
          <p:sp>
            <p:nvSpPr>
              <p:cNvPr name="Freeform 4" id="4"/>
              <p:cNvSpPr/>
              <p:nvPr/>
            </p:nvSpPr>
            <p:spPr>
              <a:xfrm flipH="false" flipV="false" rot="0">
                <a:off x="0" y="0"/>
                <a:ext cx="4414047" cy="2282367"/>
              </a:xfrm>
              <a:custGeom>
                <a:avLst/>
                <a:gdLst/>
                <a:ahLst/>
                <a:cxnLst/>
                <a:rect r="r" b="b" t="t" l="l"/>
                <a:pathLst>
                  <a:path h="2282367" w="4414047">
                    <a:moveTo>
                      <a:pt x="4334629" y="0"/>
                    </a:moveTo>
                    <a:lnTo>
                      <a:pt x="79418" y="0"/>
                    </a:lnTo>
                    <a:cubicBezTo>
                      <a:pt x="79418" y="43699"/>
                      <a:pt x="44079" y="79418"/>
                      <a:pt x="0" y="79418"/>
                    </a:cubicBezTo>
                    <a:lnTo>
                      <a:pt x="0" y="2202949"/>
                    </a:lnTo>
                    <a:cubicBezTo>
                      <a:pt x="43699" y="2202949"/>
                      <a:pt x="79418" y="2238288"/>
                      <a:pt x="79418" y="2282367"/>
                    </a:cubicBezTo>
                    <a:lnTo>
                      <a:pt x="4334629" y="2282367"/>
                    </a:lnTo>
                    <a:cubicBezTo>
                      <a:pt x="4334629" y="2238668"/>
                      <a:pt x="4369968" y="2202949"/>
                      <a:pt x="4414047" y="2202949"/>
                    </a:cubicBezTo>
                    <a:lnTo>
                      <a:pt x="4414047" y="79418"/>
                    </a:lnTo>
                    <a:cubicBezTo>
                      <a:pt x="4370348" y="79418"/>
                      <a:pt x="4334629" y="44079"/>
                      <a:pt x="4334629" y="0"/>
                    </a:cubicBezTo>
                    <a:close/>
                  </a:path>
                </a:pathLst>
              </a:custGeom>
              <a:solidFill>
                <a:srgbClr val="E1D4C1"/>
              </a:solidFill>
            </p:spPr>
          </p:sp>
          <p:sp>
            <p:nvSpPr>
              <p:cNvPr name="TextBox 5" id="5"/>
              <p:cNvSpPr txBox="true"/>
              <p:nvPr/>
            </p:nvSpPr>
            <p:spPr>
              <a:xfrm>
                <a:off x="38100" y="0"/>
                <a:ext cx="4337847" cy="2244267"/>
              </a:xfrm>
              <a:prstGeom prst="rect">
                <a:avLst/>
              </a:prstGeom>
            </p:spPr>
            <p:txBody>
              <a:bodyPr anchor="ctr" rtlCol="false" tIns="50800" lIns="50800" bIns="50800" rIns="50800"/>
              <a:lstStyle/>
              <a:p>
                <a:pPr algn="ctr" marL="0" indent="0" lvl="0">
                  <a:lnSpc>
                    <a:spcPts val="2659"/>
                  </a:lnSpc>
                </a:pPr>
              </a:p>
            </p:txBody>
          </p:sp>
        </p:grpSp>
        <p:grpSp>
          <p:nvGrpSpPr>
            <p:cNvPr name="Group 6" id="6"/>
            <p:cNvGrpSpPr/>
            <p:nvPr/>
          </p:nvGrpSpPr>
          <p:grpSpPr>
            <a:xfrm rot="0">
              <a:off x="0" y="0"/>
              <a:ext cx="22959275" cy="12085890"/>
              <a:chOff x="0" y="0"/>
              <a:chExt cx="4535166" cy="2387336"/>
            </a:xfrm>
          </p:grpSpPr>
          <p:sp>
            <p:nvSpPr>
              <p:cNvPr name="Freeform 7" id="7"/>
              <p:cNvSpPr/>
              <p:nvPr/>
            </p:nvSpPr>
            <p:spPr>
              <a:xfrm flipH="false" flipV="false" rot="0">
                <a:off x="0" y="0"/>
                <a:ext cx="4535165" cy="2387336"/>
              </a:xfrm>
              <a:custGeom>
                <a:avLst/>
                <a:gdLst/>
                <a:ahLst/>
                <a:cxnLst/>
                <a:rect r="r" b="b" t="t" l="l"/>
                <a:pathLst>
                  <a:path h="2387336" w="4535165">
                    <a:moveTo>
                      <a:pt x="4455747" y="0"/>
                    </a:moveTo>
                    <a:lnTo>
                      <a:pt x="79418" y="0"/>
                    </a:lnTo>
                    <a:cubicBezTo>
                      <a:pt x="79418" y="43699"/>
                      <a:pt x="44079" y="79418"/>
                      <a:pt x="0" y="79418"/>
                    </a:cubicBezTo>
                    <a:lnTo>
                      <a:pt x="0" y="2307918"/>
                    </a:lnTo>
                    <a:cubicBezTo>
                      <a:pt x="43699" y="2307918"/>
                      <a:pt x="79418" y="2343257"/>
                      <a:pt x="79418" y="2387336"/>
                    </a:cubicBezTo>
                    <a:lnTo>
                      <a:pt x="4455747" y="2387336"/>
                    </a:lnTo>
                    <a:cubicBezTo>
                      <a:pt x="4455747" y="2343637"/>
                      <a:pt x="4491086" y="2307918"/>
                      <a:pt x="4535165" y="2307918"/>
                    </a:cubicBezTo>
                    <a:lnTo>
                      <a:pt x="4535165" y="79418"/>
                    </a:lnTo>
                    <a:cubicBezTo>
                      <a:pt x="4491466" y="79418"/>
                      <a:pt x="4455747" y="44079"/>
                      <a:pt x="4455747" y="0"/>
                    </a:cubicBezTo>
                    <a:close/>
                  </a:path>
                </a:pathLst>
              </a:custGeom>
              <a:ln w="38100" cap="sq">
                <a:solidFill>
                  <a:srgbClr val="E1D4C1"/>
                </a:solidFill>
                <a:prstDash val="solid"/>
                <a:miter/>
              </a:ln>
            </p:spPr>
          </p:sp>
          <p:sp>
            <p:nvSpPr>
              <p:cNvPr name="TextBox 8" id="8"/>
              <p:cNvSpPr txBox="true"/>
              <p:nvPr/>
            </p:nvSpPr>
            <p:spPr>
              <a:xfrm>
                <a:off x="38100" y="0"/>
                <a:ext cx="4458966" cy="2349236"/>
              </a:xfrm>
              <a:prstGeom prst="rect">
                <a:avLst/>
              </a:prstGeom>
            </p:spPr>
            <p:txBody>
              <a:bodyPr anchor="ctr" rtlCol="false" tIns="50800" lIns="50800" bIns="50800" rIns="50800"/>
              <a:lstStyle/>
              <a:p>
                <a:pPr algn="ctr" marL="0" indent="0" lvl="0">
                  <a:lnSpc>
                    <a:spcPts val="2659"/>
                  </a:lnSpc>
                </a:pPr>
              </a:p>
            </p:txBody>
          </p:sp>
        </p:grpSp>
      </p:grpSp>
      <p:grpSp>
        <p:nvGrpSpPr>
          <p:cNvPr name="Group 9" id="9"/>
          <p:cNvGrpSpPr/>
          <p:nvPr/>
        </p:nvGrpSpPr>
        <p:grpSpPr>
          <a:xfrm rot="0">
            <a:off x="341564" y="456168"/>
            <a:ext cx="354400" cy="3544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2" id="12"/>
          <p:cNvGrpSpPr/>
          <p:nvPr/>
        </p:nvGrpSpPr>
        <p:grpSpPr>
          <a:xfrm rot="0">
            <a:off x="17561021" y="456168"/>
            <a:ext cx="354400" cy="3544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5" id="15"/>
          <p:cNvGrpSpPr/>
          <p:nvPr/>
        </p:nvGrpSpPr>
        <p:grpSpPr>
          <a:xfrm rot="0">
            <a:off x="341564" y="9526336"/>
            <a:ext cx="354400" cy="35440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8" id="18"/>
          <p:cNvGrpSpPr/>
          <p:nvPr/>
        </p:nvGrpSpPr>
        <p:grpSpPr>
          <a:xfrm rot="0">
            <a:off x="17561021" y="9526336"/>
            <a:ext cx="354400" cy="35440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21" id="21"/>
          <p:cNvSpPr/>
          <p:nvPr/>
        </p:nvSpPr>
        <p:spPr>
          <a:xfrm flipH="false" flipV="false" rot="539891">
            <a:off x="1252725" y="5171253"/>
            <a:ext cx="3571185" cy="336287"/>
          </a:xfrm>
          <a:custGeom>
            <a:avLst/>
            <a:gdLst/>
            <a:ahLst/>
            <a:cxnLst/>
            <a:rect r="r" b="b" t="t" l="l"/>
            <a:pathLst>
              <a:path h="336287" w="3571185">
                <a:moveTo>
                  <a:pt x="0" y="0"/>
                </a:moveTo>
                <a:lnTo>
                  <a:pt x="3571185" y="0"/>
                </a:lnTo>
                <a:lnTo>
                  <a:pt x="3571185" y="336286"/>
                </a:lnTo>
                <a:lnTo>
                  <a:pt x="0" y="336286"/>
                </a:lnTo>
                <a:lnTo>
                  <a:pt x="0" y="0"/>
                </a:lnTo>
                <a:close/>
              </a:path>
            </a:pathLst>
          </a:custGeom>
          <a:blipFill>
            <a:blip r:embed="rId2"/>
            <a:stretch>
              <a:fillRect l="0" t="0" r="0" b="0"/>
            </a:stretch>
          </a:blipFill>
        </p:spPr>
      </p:sp>
      <p:grpSp>
        <p:nvGrpSpPr>
          <p:cNvPr name="Group 22" id="22"/>
          <p:cNvGrpSpPr>
            <a:grpSpLocks noChangeAspect="true"/>
          </p:cNvGrpSpPr>
          <p:nvPr/>
        </p:nvGrpSpPr>
        <p:grpSpPr>
          <a:xfrm rot="575393">
            <a:off x="1458771" y="2415515"/>
            <a:ext cx="3555031" cy="2824583"/>
            <a:chOff x="0" y="0"/>
            <a:chExt cx="3901440" cy="3099816"/>
          </a:xfrm>
        </p:grpSpPr>
        <p:sp>
          <p:nvSpPr>
            <p:cNvPr name="Freeform 23" id="23"/>
            <p:cNvSpPr/>
            <p:nvPr/>
          </p:nvSpPr>
          <p:spPr>
            <a:xfrm flipH="false" flipV="false" rot="0">
              <a:off x="127000" y="190500"/>
              <a:ext cx="3657600" cy="2413000"/>
            </a:xfrm>
            <a:custGeom>
              <a:avLst/>
              <a:gdLst/>
              <a:ahLst/>
              <a:cxnLst/>
              <a:rect r="r" b="b" t="t" l="l"/>
              <a:pathLst>
                <a:path h="2413000" w="3657600">
                  <a:moveTo>
                    <a:pt x="3657600" y="2413000"/>
                  </a:moveTo>
                  <a:lnTo>
                    <a:pt x="0" y="2413000"/>
                  </a:lnTo>
                  <a:lnTo>
                    <a:pt x="0" y="0"/>
                  </a:lnTo>
                  <a:lnTo>
                    <a:pt x="3657600" y="0"/>
                  </a:lnTo>
                  <a:lnTo>
                    <a:pt x="3657600" y="2413000"/>
                  </a:lnTo>
                  <a:close/>
                </a:path>
              </a:pathLst>
            </a:custGeom>
            <a:blipFill>
              <a:blip r:embed="rId3"/>
              <a:stretch>
                <a:fillRect l="-168" t="0" r="-168" b="0"/>
              </a:stretch>
            </a:blipFill>
          </p:spPr>
        </p:sp>
        <p:sp>
          <p:nvSpPr>
            <p:cNvPr name="Freeform 24" id="24"/>
            <p:cNvSpPr/>
            <p:nvPr/>
          </p:nvSpPr>
          <p:spPr>
            <a:xfrm flipH="false" flipV="false" rot="0">
              <a:off x="0" y="0"/>
              <a:ext cx="3901440" cy="3099816"/>
            </a:xfrm>
            <a:custGeom>
              <a:avLst/>
              <a:gdLst/>
              <a:ahLst/>
              <a:cxnLst/>
              <a:rect r="r" b="b" t="t" l="l"/>
              <a:pathLst>
                <a:path h="3099816" w="3901440">
                  <a:moveTo>
                    <a:pt x="3901440" y="3099816"/>
                  </a:moveTo>
                  <a:lnTo>
                    <a:pt x="0" y="3099816"/>
                  </a:lnTo>
                  <a:lnTo>
                    <a:pt x="0" y="0"/>
                  </a:lnTo>
                  <a:lnTo>
                    <a:pt x="3901440" y="0"/>
                  </a:lnTo>
                  <a:lnTo>
                    <a:pt x="3901440" y="3099816"/>
                  </a:lnTo>
                  <a:close/>
                </a:path>
              </a:pathLst>
            </a:custGeom>
            <a:blipFill>
              <a:blip r:embed="rId4"/>
              <a:stretch>
                <a:fillRect l="0" t="-29" r="0" b="-29"/>
              </a:stretch>
            </a:blipFill>
          </p:spPr>
        </p:sp>
      </p:grpSp>
      <p:sp>
        <p:nvSpPr>
          <p:cNvPr name="Freeform 25" id="25"/>
          <p:cNvSpPr/>
          <p:nvPr/>
        </p:nvSpPr>
        <p:spPr>
          <a:xfrm flipH="false" flipV="false" rot="-1038882">
            <a:off x="13902408" y="6725960"/>
            <a:ext cx="3571185" cy="336287"/>
          </a:xfrm>
          <a:custGeom>
            <a:avLst/>
            <a:gdLst/>
            <a:ahLst/>
            <a:cxnLst/>
            <a:rect r="r" b="b" t="t" l="l"/>
            <a:pathLst>
              <a:path h="336287" w="3571185">
                <a:moveTo>
                  <a:pt x="0" y="0"/>
                </a:moveTo>
                <a:lnTo>
                  <a:pt x="3571185" y="0"/>
                </a:lnTo>
                <a:lnTo>
                  <a:pt x="3571185" y="336287"/>
                </a:lnTo>
                <a:lnTo>
                  <a:pt x="0" y="336287"/>
                </a:lnTo>
                <a:lnTo>
                  <a:pt x="0" y="0"/>
                </a:lnTo>
                <a:close/>
              </a:path>
            </a:pathLst>
          </a:custGeom>
          <a:blipFill>
            <a:blip r:embed="rId2"/>
            <a:stretch>
              <a:fillRect l="0" t="0" r="0" b="0"/>
            </a:stretch>
          </a:blipFill>
        </p:spPr>
      </p:sp>
      <p:grpSp>
        <p:nvGrpSpPr>
          <p:cNvPr name="Group 26" id="26"/>
          <p:cNvGrpSpPr>
            <a:grpSpLocks noChangeAspect="true"/>
          </p:cNvGrpSpPr>
          <p:nvPr/>
        </p:nvGrpSpPr>
        <p:grpSpPr>
          <a:xfrm rot="-1018567">
            <a:off x="13368613" y="4080921"/>
            <a:ext cx="3518024" cy="2795180"/>
            <a:chOff x="0" y="0"/>
            <a:chExt cx="3901440" cy="3099816"/>
          </a:xfrm>
        </p:grpSpPr>
        <p:sp>
          <p:nvSpPr>
            <p:cNvPr name="Freeform 27" id="27"/>
            <p:cNvSpPr/>
            <p:nvPr/>
          </p:nvSpPr>
          <p:spPr>
            <a:xfrm flipH="false" flipV="false" rot="0">
              <a:off x="127000" y="190500"/>
              <a:ext cx="3657600" cy="2413000"/>
            </a:xfrm>
            <a:custGeom>
              <a:avLst/>
              <a:gdLst/>
              <a:ahLst/>
              <a:cxnLst/>
              <a:rect r="r" b="b" t="t" l="l"/>
              <a:pathLst>
                <a:path h="2413000" w="3657600">
                  <a:moveTo>
                    <a:pt x="3657600" y="2413000"/>
                  </a:moveTo>
                  <a:lnTo>
                    <a:pt x="0" y="2413000"/>
                  </a:lnTo>
                  <a:lnTo>
                    <a:pt x="0" y="0"/>
                  </a:lnTo>
                  <a:lnTo>
                    <a:pt x="3657600" y="0"/>
                  </a:lnTo>
                  <a:lnTo>
                    <a:pt x="3657600" y="2413000"/>
                  </a:lnTo>
                  <a:close/>
                </a:path>
              </a:pathLst>
            </a:custGeom>
            <a:blipFill>
              <a:blip r:embed="rId5"/>
              <a:stretch>
                <a:fillRect l="-168" t="0" r="-168" b="0"/>
              </a:stretch>
            </a:blipFill>
          </p:spPr>
        </p:sp>
        <p:sp>
          <p:nvSpPr>
            <p:cNvPr name="Freeform 28" id="28"/>
            <p:cNvSpPr/>
            <p:nvPr/>
          </p:nvSpPr>
          <p:spPr>
            <a:xfrm flipH="false" flipV="false" rot="0">
              <a:off x="0" y="0"/>
              <a:ext cx="3901440" cy="3099816"/>
            </a:xfrm>
            <a:custGeom>
              <a:avLst/>
              <a:gdLst/>
              <a:ahLst/>
              <a:cxnLst/>
              <a:rect r="r" b="b" t="t" l="l"/>
              <a:pathLst>
                <a:path h="3099816" w="3901440">
                  <a:moveTo>
                    <a:pt x="3901440" y="3099816"/>
                  </a:moveTo>
                  <a:lnTo>
                    <a:pt x="0" y="3099816"/>
                  </a:lnTo>
                  <a:lnTo>
                    <a:pt x="0" y="0"/>
                  </a:lnTo>
                  <a:lnTo>
                    <a:pt x="3901440" y="0"/>
                  </a:lnTo>
                  <a:lnTo>
                    <a:pt x="3901440" y="3099816"/>
                  </a:lnTo>
                  <a:close/>
                </a:path>
              </a:pathLst>
            </a:custGeom>
            <a:blipFill>
              <a:blip r:embed="rId4"/>
              <a:stretch>
                <a:fillRect l="0" t="-29" r="0" b="-29"/>
              </a:stretch>
            </a:blipFill>
          </p:spPr>
        </p:sp>
      </p:grpSp>
      <p:grpSp>
        <p:nvGrpSpPr>
          <p:cNvPr name="Group 29" id="29"/>
          <p:cNvGrpSpPr/>
          <p:nvPr/>
        </p:nvGrpSpPr>
        <p:grpSpPr>
          <a:xfrm rot="0">
            <a:off x="6364693" y="4895145"/>
            <a:ext cx="5011289" cy="788386"/>
            <a:chOff x="0" y="0"/>
            <a:chExt cx="1471601" cy="231515"/>
          </a:xfrm>
        </p:grpSpPr>
        <p:sp>
          <p:nvSpPr>
            <p:cNvPr name="Freeform 30" id="30"/>
            <p:cNvSpPr/>
            <p:nvPr/>
          </p:nvSpPr>
          <p:spPr>
            <a:xfrm flipH="false" flipV="false" rot="0">
              <a:off x="0" y="0"/>
              <a:ext cx="1471601" cy="231515"/>
            </a:xfrm>
            <a:custGeom>
              <a:avLst/>
              <a:gdLst/>
              <a:ahLst/>
              <a:cxnLst/>
              <a:rect r="r" b="b" t="t" l="l"/>
              <a:pathLst>
                <a:path h="231515" w="1471601">
                  <a:moveTo>
                    <a:pt x="78790" y="0"/>
                  </a:moveTo>
                  <a:lnTo>
                    <a:pt x="1392811" y="0"/>
                  </a:lnTo>
                  <a:cubicBezTo>
                    <a:pt x="1436326" y="0"/>
                    <a:pt x="1471601" y="35275"/>
                    <a:pt x="1471601" y="78790"/>
                  </a:cubicBezTo>
                  <a:lnTo>
                    <a:pt x="1471601" y="152726"/>
                  </a:lnTo>
                  <a:cubicBezTo>
                    <a:pt x="1471601" y="196240"/>
                    <a:pt x="1436326" y="231515"/>
                    <a:pt x="1392811" y="231515"/>
                  </a:cubicBezTo>
                  <a:lnTo>
                    <a:pt x="78790" y="231515"/>
                  </a:lnTo>
                  <a:cubicBezTo>
                    <a:pt x="57893" y="231515"/>
                    <a:pt x="37853" y="223214"/>
                    <a:pt x="23077" y="208438"/>
                  </a:cubicBezTo>
                  <a:cubicBezTo>
                    <a:pt x="8301" y="193662"/>
                    <a:pt x="0" y="173622"/>
                    <a:pt x="0" y="152726"/>
                  </a:cubicBezTo>
                  <a:lnTo>
                    <a:pt x="0" y="78790"/>
                  </a:lnTo>
                  <a:cubicBezTo>
                    <a:pt x="0" y="35275"/>
                    <a:pt x="35275" y="0"/>
                    <a:pt x="78790" y="0"/>
                  </a:cubicBezTo>
                  <a:close/>
                </a:path>
              </a:pathLst>
            </a:custGeom>
            <a:ln w="38100" cap="rnd">
              <a:solidFill>
                <a:srgbClr val="483529"/>
              </a:solidFill>
              <a:prstDash val="solid"/>
              <a:round/>
            </a:ln>
          </p:spPr>
        </p:sp>
        <p:sp>
          <p:nvSpPr>
            <p:cNvPr name="TextBox 31" id="31"/>
            <p:cNvSpPr txBox="true"/>
            <p:nvPr/>
          </p:nvSpPr>
          <p:spPr>
            <a:xfrm>
              <a:off x="0" y="-38100"/>
              <a:ext cx="1471601" cy="269615"/>
            </a:xfrm>
            <a:prstGeom prst="rect">
              <a:avLst/>
            </a:prstGeom>
          </p:spPr>
          <p:txBody>
            <a:bodyPr anchor="ctr" rtlCol="false" tIns="50800" lIns="50800" bIns="50800" rIns="50800"/>
            <a:lstStyle/>
            <a:p>
              <a:pPr algn="ctr" marL="0" indent="0" lvl="0">
                <a:lnSpc>
                  <a:spcPts val="2659"/>
                </a:lnSpc>
              </a:pPr>
            </a:p>
          </p:txBody>
        </p:sp>
      </p:grpSp>
      <p:sp>
        <p:nvSpPr>
          <p:cNvPr name="Freeform 32" id="32"/>
          <p:cNvSpPr/>
          <p:nvPr/>
        </p:nvSpPr>
        <p:spPr>
          <a:xfrm flipH="false" flipV="false" rot="-2173094">
            <a:off x="2900643" y="8683344"/>
            <a:ext cx="1848771" cy="174093"/>
          </a:xfrm>
          <a:custGeom>
            <a:avLst/>
            <a:gdLst/>
            <a:ahLst/>
            <a:cxnLst/>
            <a:rect r="r" b="b" t="t" l="l"/>
            <a:pathLst>
              <a:path h="174093" w="1848771">
                <a:moveTo>
                  <a:pt x="0" y="0"/>
                </a:moveTo>
                <a:lnTo>
                  <a:pt x="1848771" y="0"/>
                </a:lnTo>
                <a:lnTo>
                  <a:pt x="1848771" y="174092"/>
                </a:lnTo>
                <a:lnTo>
                  <a:pt x="0" y="174092"/>
                </a:lnTo>
                <a:lnTo>
                  <a:pt x="0" y="0"/>
                </a:lnTo>
                <a:close/>
              </a:path>
            </a:pathLst>
          </a:custGeom>
          <a:blipFill>
            <a:blip r:embed="rId2"/>
            <a:stretch>
              <a:fillRect l="0" t="0" r="0" b="0"/>
            </a:stretch>
          </a:blipFill>
        </p:spPr>
      </p:sp>
      <p:grpSp>
        <p:nvGrpSpPr>
          <p:cNvPr name="Group 33" id="33"/>
          <p:cNvGrpSpPr>
            <a:grpSpLocks noChangeAspect="true"/>
          </p:cNvGrpSpPr>
          <p:nvPr/>
        </p:nvGrpSpPr>
        <p:grpSpPr>
          <a:xfrm rot="-2082665">
            <a:off x="2119163" y="6331221"/>
            <a:ext cx="1862767" cy="2630811"/>
            <a:chOff x="0" y="0"/>
            <a:chExt cx="3267456" cy="4614672"/>
          </a:xfrm>
        </p:grpSpPr>
        <p:sp>
          <p:nvSpPr>
            <p:cNvPr name="Freeform 34" id="34"/>
            <p:cNvSpPr/>
            <p:nvPr/>
          </p:nvSpPr>
          <p:spPr>
            <a:xfrm flipH="false" flipV="false" rot="0">
              <a:off x="0" y="0"/>
              <a:ext cx="3267456" cy="4618736"/>
            </a:xfrm>
            <a:custGeom>
              <a:avLst/>
              <a:gdLst/>
              <a:ahLst/>
              <a:cxnLst/>
              <a:rect r="r" b="b" t="t" l="l"/>
              <a:pathLst>
                <a:path h="4618736" w="3267456">
                  <a:moveTo>
                    <a:pt x="3267456" y="4618736"/>
                  </a:moveTo>
                  <a:lnTo>
                    <a:pt x="0" y="4618736"/>
                  </a:lnTo>
                  <a:lnTo>
                    <a:pt x="0" y="0"/>
                  </a:lnTo>
                  <a:lnTo>
                    <a:pt x="3267456" y="0"/>
                  </a:lnTo>
                  <a:lnTo>
                    <a:pt x="3267456" y="4618736"/>
                  </a:lnTo>
                  <a:close/>
                </a:path>
              </a:pathLst>
            </a:custGeom>
            <a:blipFill>
              <a:blip r:embed="rId6"/>
              <a:stretch>
                <a:fillRect l="-4" t="0" r="-4" b="0"/>
              </a:stretch>
            </a:blipFill>
          </p:spPr>
        </p:sp>
        <p:sp>
          <p:nvSpPr>
            <p:cNvPr name="Freeform 35" id="35"/>
            <p:cNvSpPr/>
            <p:nvPr/>
          </p:nvSpPr>
          <p:spPr>
            <a:xfrm flipH="false" flipV="false" rot="0">
              <a:off x="56770" y="48203"/>
              <a:ext cx="3142190" cy="3592604"/>
            </a:xfrm>
            <a:custGeom>
              <a:avLst/>
              <a:gdLst/>
              <a:ahLst/>
              <a:cxnLst/>
              <a:rect r="r" b="b" t="t" l="l"/>
              <a:pathLst>
                <a:path h="3592604" w="3142190">
                  <a:moveTo>
                    <a:pt x="3142190" y="35325"/>
                  </a:moveTo>
                  <a:lnTo>
                    <a:pt x="3106219" y="3592604"/>
                  </a:lnTo>
                  <a:lnTo>
                    <a:pt x="0" y="3558211"/>
                  </a:lnTo>
                  <a:lnTo>
                    <a:pt x="28183" y="0"/>
                  </a:lnTo>
                  <a:lnTo>
                    <a:pt x="3142190" y="35325"/>
                  </a:lnTo>
                  <a:close/>
                </a:path>
              </a:pathLst>
            </a:custGeom>
            <a:blipFill>
              <a:blip r:embed="rId7"/>
              <a:stretch>
                <a:fillRect l="0" t="-338" r="0" b="-338"/>
              </a:stretch>
            </a:blipFill>
          </p:spPr>
        </p:sp>
      </p:grpSp>
      <p:sp>
        <p:nvSpPr>
          <p:cNvPr name="Freeform 36" id="36"/>
          <p:cNvSpPr/>
          <p:nvPr/>
        </p:nvSpPr>
        <p:spPr>
          <a:xfrm flipH="false" flipV="false" rot="0">
            <a:off x="3351785" y="2009054"/>
            <a:ext cx="774072" cy="1048882"/>
          </a:xfrm>
          <a:custGeom>
            <a:avLst/>
            <a:gdLst/>
            <a:ahLst/>
            <a:cxnLst/>
            <a:rect r="r" b="b" t="t" l="l"/>
            <a:pathLst>
              <a:path h="1048882" w="774072">
                <a:moveTo>
                  <a:pt x="0" y="0"/>
                </a:moveTo>
                <a:lnTo>
                  <a:pt x="774072" y="0"/>
                </a:lnTo>
                <a:lnTo>
                  <a:pt x="774072" y="1048882"/>
                </a:lnTo>
                <a:lnTo>
                  <a:pt x="0" y="1048882"/>
                </a:lnTo>
                <a:lnTo>
                  <a:pt x="0" y="0"/>
                </a:lnTo>
                <a:close/>
              </a:path>
            </a:pathLst>
          </a:custGeom>
          <a:blipFill>
            <a:blip r:embed="rId8"/>
            <a:stretch>
              <a:fillRect l="0" t="0" r="0" b="0"/>
            </a:stretch>
          </a:blipFill>
        </p:spPr>
      </p:sp>
      <p:sp>
        <p:nvSpPr>
          <p:cNvPr name="TextBox 37" id="37"/>
          <p:cNvSpPr txBox="true"/>
          <p:nvPr/>
        </p:nvSpPr>
        <p:spPr>
          <a:xfrm rot="0">
            <a:off x="4243314" y="2518585"/>
            <a:ext cx="9874291" cy="1109566"/>
          </a:xfrm>
          <a:prstGeom prst="rect">
            <a:avLst/>
          </a:prstGeom>
        </p:spPr>
        <p:txBody>
          <a:bodyPr anchor="t" rtlCol="false" tIns="0" lIns="0" bIns="0" rIns="0">
            <a:spAutoFit/>
          </a:bodyPr>
          <a:lstStyle/>
          <a:p>
            <a:pPr algn="ctr" marL="0" indent="0" lvl="0">
              <a:lnSpc>
                <a:spcPts val="8430"/>
              </a:lnSpc>
            </a:pPr>
            <a:r>
              <a:rPr lang="en-US" sz="7806">
                <a:solidFill>
                  <a:srgbClr val="483529"/>
                </a:solidFill>
                <a:latin typeface="Drunken Hour"/>
                <a:ea typeface="Drunken Hour"/>
                <a:cs typeface="Drunken Hour"/>
                <a:sym typeface="Drunken Hour"/>
              </a:rPr>
              <a:t>RENAISANS</a:t>
            </a:r>
          </a:p>
        </p:txBody>
      </p:sp>
      <p:sp>
        <p:nvSpPr>
          <p:cNvPr name="TextBox 38" id="38"/>
          <p:cNvSpPr txBox="true"/>
          <p:nvPr/>
        </p:nvSpPr>
        <p:spPr>
          <a:xfrm rot="0">
            <a:off x="1535875" y="1159344"/>
            <a:ext cx="2399176" cy="497893"/>
          </a:xfrm>
          <a:prstGeom prst="rect">
            <a:avLst/>
          </a:prstGeom>
        </p:spPr>
        <p:txBody>
          <a:bodyPr anchor="t" rtlCol="false" tIns="0" lIns="0" bIns="0" rIns="0">
            <a:spAutoFit/>
          </a:bodyPr>
          <a:lstStyle/>
          <a:p>
            <a:pPr algn="l" marL="0" indent="0" lvl="0">
              <a:lnSpc>
                <a:spcPts val="4057"/>
              </a:lnSpc>
              <a:spcBef>
                <a:spcPct val="0"/>
              </a:spcBef>
            </a:pPr>
            <a:r>
              <a:rPr lang="en-US" sz="2897">
                <a:solidFill>
                  <a:srgbClr val="483529"/>
                </a:solidFill>
                <a:latin typeface="Glacial Indifference"/>
                <a:ea typeface="Glacial Indifference"/>
                <a:cs typeface="Glacial Indifference"/>
                <a:sym typeface="Glacial Indifference"/>
              </a:rPr>
              <a:t>Sejarah</a:t>
            </a:r>
          </a:p>
        </p:txBody>
      </p:sp>
      <p:sp>
        <p:nvSpPr>
          <p:cNvPr name="TextBox 39" id="39"/>
          <p:cNvSpPr txBox="true"/>
          <p:nvPr/>
        </p:nvSpPr>
        <p:spPr>
          <a:xfrm rot="0">
            <a:off x="7928904" y="1159344"/>
            <a:ext cx="2399176" cy="497893"/>
          </a:xfrm>
          <a:prstGeom prst="rect">
            <a:avLst/>
          </a:prstGeom>
        </p:spPr>
        <p:txBody>
          <a:bodyPr anchor="t" rtlCol="false" tIns="0" lIns="0" bIns="0" rIns="0">
            <a:spAutoFit/>
          </a:bodyPr>
          <a:lstStyle/>
          <a:p>
            <a:pPr algn="ctr" marL="0" indent="0" lvl="0">
              <a:lnSpc>
                <a:spcPts val="4057"/>
              </a:lnSpc>
              <a:spcBef>
                <a:spcPct val="0"/>
              </a:spcBef>
            </a:pPr>
            <a:r>
              <a:rPr lang="en-US" sz="2897">
                <a:solidFill>
                  <a:srgbClr val="483529"/>
                </a:solidFill>
                <a:latin typeface="Glacial Indifference"/>
                <a:ea typeface="Glacial Indifference"/>
                <a:cs typeface="Glacial Indifference"/>
                <a:sym typeface="Glacial Indifference"/>
              </a:rPr>
              <a:t>Kelas</a:t>
            </a:r>
          </a:p>
        </p:txBody>
      </p:sp>
      <p:sp>
        <p:nvSpPr>
          <p:cNvPr name="TextBox 40" id="40"/>
          <p:cNvSpPr txBox="true"/>
          <p:nvPr/>
        </p:nvSpPr>
        <p:spPr>
          <a:xfrm rot="0">
            <a:off x="13584247" y="1159344"/>
            <a:ext cx="3086756" cy="497893"/>
          </a:xfrm>
          <a:prstGeom prst="rect">
            <a:avLst/>
          </a:prstGeom>
        </p:spPr>
        <p:txBody>
          <a:bodyPr anchor="t" rtlCol="false" tIns="0" lIns="0" bIns="0" rIns="0">
            <a:spAutoFit/>
          </a:bodyPr>
          <a:lstStyle/>
          <a:p>
            <a:pPr algn="r" marL="0" indent="0" lvl="0">
              <a:lnSpc>
                <a:spcPts val="4057"/>
              </a:lnSpc>
              <a:spcBef>
                <a:spcPct val="0"/>
              </a:spcBef>
            </a:pPr>
            <a:r>
              <a:rPr lang="en-US" sz="2897">
                <a:solidFill>
                  <a:srgbClr val="483529"/>
                </a:solidFill>
                <a:latin typeface="Glacial Indifference"/>
                <a:ea typeface="Glacial Indifference"/>
                <a:cs typeface="Glacial Indifference"/>
                <a:sym typeface="Glacial Indifference"/>
              </a:rPr>
              <a:t>Presentasi</a:t>
            </a:r>
          </a:p>
        </p:txBody>
      </p:sp>
      <p:sp>
        <p:nvSpPr>
          <p:cNvPr name="TextBox 41" id="41"/>
          <p:cNvSpPr txBox="true"/>
          <p:nvPr/>
        </p:nvSpPr>
        <p:spPr>
          <a:xfrm rot="0">
            <a:off x="4732390" y="3571084"/>
            <a:ext cx="8792205" cy="456342"/>
          </a:xfrm>
          <a:prstGeom prst="rect">
            <a:avLst/>
          </a:prstGeom>
        </p:spPr>
        <p:txBody>
          <a:bodyPr anchor="t" rtlCol="false" tIns="0" lIns="0" bIns="0" rIns="0">
            <a:spAutoFit/>
          </a:bodyPr>
          <a:lstStyle/>
          <a:p>
            <a:pPr algn="ctr" marL="0" indent="0" lvl="0">
              <a:lnSpc>
                <a:spcPts val="3722"/>
              </a:lnSpc>
              <a:spcBef>
                <a:spcPct val="0"/>
              </a:spcBef>
            </a:pPr>
            <a:r>
              <a:rPr lang="en-US" sz="2658">
                <a:solidFill>
                  <a:srgbClr val="483529"/>
                </a:solidFill>
                <a:latin typeface="Nunito Sans"/>
                <a:ea typeface="Nunito Sans"/>
                <a:cs typeface="Nunito Sans"/>
                <a:sym typeface="Nunito Sans"/>
              </a:rPr>
              <a:t>Kebangkitan Seni, Ilmu Pengetahuan, dan Humanisme</a:t>
            </a:r>
          </a:p>
        </p:txBody>
      </p:sp>
      <p:sp>
        <p:nvSpPr>
          <p:cNvPr name="TextBox 42" id="42"/>
          <p:cNvSpPr txBox="true"/>
          <p:nvPr/>
        </p:nvSpPr>
        <p:spPr>
          <a:xfrm rot="0">
            <a:off x="6364693" y="5071994"/>
            <a:ext cx="5032753" cy="396631"/>
          </a:xfrm>
          <a:prstGeom prst="rect">
            <a:avLst/>
          </a:prstGeom>
        </p:spPr>
        <p:txBody>
          <a:bodyPr anchor="t" rtlCol="false" tIns="0" lIns="0" bIns="0" rIns="0">
            <a:spAutoFit/>
          </a:bodyPr>
          <a:lstStyle/>
          <a:p>
            <a:pPr algn="ctr" marL="0" indent="0" lvl="0">
              <a:lnSpc>
                <a:spcPts val="3338"/>
              </a:lnSpc>
              <a:spcBef>
                <a:spcPct val="0"/>
              </a:spcBef>
            </a:pPr>
            <a:r>
              <a:rPr lang="en-US" b="true" sz="2384" i="true">
                <a:solidFill>
                  <a:srgbClr val="483529"/>
                </a:solidFill>
                <a:latin typeface="Nunito Sans Bold Italics"/>
                <a:ea typeface="Nunito Sans Bold Italics"/>
                <a:cs typeface="Nunito Sans Bold Italics"/>
                <a:sym typeface="Nunito Sans Bold Italics"/>
              </a:rPr>
              <a:t>Tema dan Simbol Renaisans</a:t>
            </a:r>
          </a:p>
        </p:txBody>
      </p:sp>
      <p:sp>
        <p:nvSpPr>
          <p:cNvPr name="TextBox 43" id="43"/>
          <p:cNvSpPr txBox="true"/>
          <p:nvPr/>
        </p:nvSpPr>
        <p:spPr>
          <a:xfrm rot="0">
            <a:off x="5008312" y="6173577"/>
            <a:ext cx="7745515" cy="2398923"/>
          </a:xfrm>
          <a:prstGeom prst="rect">
            <a:avLst/>
          </a:prstGeom>
        </p:spPr>
        <p:txBody>
          <a:bodyPr anchor="t" rtlCol="false" tIns="0" lIns="0" bIns="0" rIns="0">
            <a:spAutoFit/>
          </a:bodyPr>
          <a:lstStyle/>
          <a:p>
            <a:pPr algn="ctr" marL="0" indent="0" lvl="0">
              <a:lnSpc>
                <a:spcPts val="2700"/>
              </a:lnSpc>
            </a:pPr>
            <a:r>
              <a:rPr lang="en-US" sz="1929">
                <a:solidFill>
                  <a:srgbClr val="483529"/>
                </a:solidFill>
                <a:latin typeface="Nunito Sans"/>
                <a:ea typeface="Nunito Sans"/>
                <a:cs typeface="Nunito Sans"/>
                <a:sym typeface="Nunito Sans"/>
              </a:rPr>
              <a:t>Renaisans (abad ke-14 hingga ke-17) adalah periode kebangkitan budaya dan intelektual di Eropa yang dimulai di Italia. Era ini menandai transisi dari Abad Pertengahan menuju modernitas.</a:t>
            </a:r>
          </a:p>
          <a:p>
            <a:pPr algn="ctr" marL="0" indent="0" lvl="0">
              <a:lnSpc>
                <a:spcPts val="2700"/>
              </a:lnSpc>
            </a:pPr>
            <a:r>
              <a:rPr lang="en-US" sz="1929">
                <a:solidFill>
                  <a:srgbClr val="483529"/>
                </a:solidFill>
                <a:latin typeface="Nunito Sans"/>
                <a:ea typeface="Nunito Sans"/>
                <a:cs typeface="Nunito Sans"/>
                <a:sym typeface="Nunito Sans"/>
              </a:rPr>
              <a:t>Para seniman dan ilmuwan seperti Leonardo da Vinci, Michelangelo, dan Galileo mengubah cara manusia memandang dunia. Arsitektur megah seperti Katedral Florence dan Basilika Santo Petrus menjadi simbol kejayaan era ini.</a:t>
            </a:r>
          </a:p>
        </p:txBody>
      </p:sp>
      <p:sp>
        <p:nvSpPr>
          <p:cNvPr name="Freeform 44" id="44"/>
          <p:cNvSpPr/>
          <p:nvPr/>
        </p:nvSpPr>
        <p:spPr>
          <a:xfrm flipH="true" flipV="false" rot="0">
            <a:off x="14191775" y="3635604"/>
            <a:ext cx="774072" cy="1048882"/>
          </a:xfrm>
          <a:custGeom>
            <a:avLst/>
            <a:gdLst/>
            <a:ahLst/>
            <a:cxnLst/>
            <a:rect r="r" b="b" t="t" l="l"/>
            <a:pathLst>
              <a:path h="1048882" w="774072">
                <a:moveTo>
                  <a:pt x="774072" y="0"/>
                </a:moveTo>
                <a:lnTo>
                  <a:pt x="0" y="0"/>
                </a:lnTo>
                <a:lnTo>
                  <a:pt x="0" y="1048882"/>
                </a:lnTo>
                <a:lnTo>
                  <a:pt x="774072" y="1048882"/>
                </a:lnTo>
                <a:lnTo>
                  <a:pt x="774072" y="0"/>
                </a:lnTo>
                <a:close/>
              </a:path>
            </a:pathLst>
          </a:custGeom>
          <a:blipFill>
            <a:blip r:embed="rId8"/>
            <a:stretch>
              <a:fillRect l="0" t="0" r="0" b="0"/>
            </a:stretch>
          </a:blipFill>
        </p:spPr>
      </p:sp>
      <p:sp>
        <p:nvSpPr>
          <p:cNvPr name="Freeform 45" id="45"/>
          <p:cNvSpPr/>
          <p:nvPr/>
        </p:nvSpPr>
        <p:spPr>
          <a:xfrm flipH="true" flipV="false" rot="448646">
            <a:off x="1955792" y="6140445"/>
            <a:ext cx="653856" cy="885988"/>
          </a:xfrm>
          <a:custGeom>
            <a:avLst/>
            <a:gdLst/>
            <a:ahLst/>
            <a:cxnLst/>
            <a:rect r="r" b="b" t="t" l="l"/>
            <a:pathLst>
              <a:path h="885988" w="653856">
                <a:moveTo>
                  <a:pt x="653856" y="0"/>
                </a:moveTo>
                <a:lnTo>
                  <a:pt x="0" y="0"/>
                </a:lnTo>
                <a:lnTo>
                  <a:pt x="0" y="885988"/>
                </a:lnTo>
                <a:lnTo>
                  <a:pt x="653856" y="885988"/>
                </a:lnTo>
                <a:lnTo>
                  <a:pt x="653856" y="0"/>
                </a:lnTo>
                <a:close/>
              </a:path>
            </a:pathLst>
          </a:custGeom>
          <a:blipFill>
            <a:blip r:embed="rId8"/>
            <a:stretch>
              <a:fillRect l="0" t="0" r="0" b="0"/>
            </a:stretch>
          </a:blipFill>
        </p:spPr>
      </p:sp>
    </p:spTree>
  </p:cSld>
  <p:clrMapOvr>
    <a:masterClrMapping/>
  </p:clrMapOvr>
  <p:transition spd="fast">
    <p:wipe dir="l"/>
  </p:transition>
</p:sld>
</file>

<file path=ppt/slides/slide9.xml><?xml version="1.0" encoding="utf-8"?>
<p:sld xmlns:p="http://schemas.openxmlformats.org/presentationml/2006/main" xmlns:a="http://schemas.openxmlformats.org/drawingml/2006/main">
  <p:cSld>
    <p:bg>
      <p:bgPr>
        <a:solidFill>
          <a:srgbClr val="371C08"/>
        </a:solidFill>
      </p:bgPr>
    </p:bg>
    <p:spTree>
      <p:nvGrpSpPr>
        <p:cNvPr id="1" name=""/>
        <p:cNvGrpSpPr/>
        <p:nvPr/>
      </p:nvGrpSpPr>
      <p:grpSpPr>
        <a:xfrm>
          <a:off x="0" y="0"/>
          <a:ext cx="0" cy="0"/>
          <a:chOff x="0" y="0"/>
          <a:chExt cx="0" cy="0"/>
        </a:xfrm>
      </p:grpSpPr>
      <p:grpSp>
        <p:nvGrpSpPr>
          <p:cNvPr name="Group 2" id="2"/>
          <p:cNvGrpSpPr/>
          <p:nvPr/>
        </p:nvGrpSpPr>
        <p:grpSpPr>
          <a:xfrm rot="0">
            <a:off x="518764" y="639118"/>
            <a:ext cx="17219457" cy="9064418"/>
            <a:chOff x="0" y="0"/>
            <a:chExt cx="22959275" cy="12085890"/>
          </a:xfrm>
        </p:grpSpPr>
        <p:grpSp>
          <p:nvGrpSpPr>
            <p:cNvPr name="Group 3" id="3"/>
            <p:cNvGrpSpPr/>
            <p:nvPr/>
          </p:nvGrpSpPr>
          <p:grpSpPr>
            <a:xfrm rot="0">
              <a:off x="327257" y="228600"/>
              <a:ext cx="22346115" cy="11554484"/>
              <a:chOff x="0" y="0"/>
              <a:chExt cx="4414047" cy="2282367"/>
            </a:xfrm>
          </p:grpSpPr>
          <p:sp>
            <p:nvSpPr>
              <p:cNvPr name="Freeform 4" id="4"/>
              <p:cNvSpPr/>
              <p:nvPr/>
            </p:nvSpPr>
            <p:spPr>
              <a:xfrm flipH="false" flipV="false" rot="0">
                <a:off x="0" y="0"/>
                <a:ext cx="4414047" cy="2282367"/>
              </a:xfrm>
              <a:custGeom>
                <a:avLst/>
                <a:gdLst/>
                <a:ahLst/>
                <a:cxnLst/>
                <a:rect r="r" b="b" t="t" l="l"/>
                <a:pathLst>
                  <a:path h="2282367" w="4414047">
                    <a:moveTo>
                      <a:pt x="4334629" y="0"/>
                    </a:moveTo>
                    <a:lnTo>
                      <a:pt x="79418" y="0"/>
                    </a:lnTo>
                    <a:cubicBezTo>
                      <a:pt x="79418" y="43699"/>
                      <a:pt x="44079" y="79418"/>
                      <a:pt x="0" y="79418"/>
                    </a:cubicBezTo>
                    <a:lnTo>
                      <a:pt x="0" y="2202949"/>
                    </a:lnTo>
                    <a:cubicBezTo>
                      <a:pt x="43699" y="2202949"/>
                      <a:pt x="79418" y="2238288"/>
                      <a:pt x="79418" y="2282367"/>
                    </a:cubicBezTo>
                    <a:lnTo>
                      <a:pt x="4334629" y="2282367"/>
                    </a:lnTo>
                    <a:cubicBezTo>
                      <a:pt x="4334629" y="2238668"/>
                      <a:pt x="4369968" y="2202949"/>
                      <a:pt x="4414047" y="2202949"/>
                    </a:cubicBezTo>
                    <a:lnTo>
                      <a:pt x="4414047" y="79418"/>
                    </a:lnTo>
                    <a:cubicBezTo>
                      <a:pt x="4370348" y="79418"/>
                      <a:pt x="4334629" y="44079"/>
                      <a:pt x="4334629" y="0"/>
                    </a:cubicBezTo>
                    <a:close/>
                  </a:path>
                </a:pathLst>
              </a:custGeom>
              <a:solidFill>
                <a:srgbClr val="E1D4C1"/>
              </a:solidFill>
            </p:spPr>
          </p:sp>
          <p:sp>
            <p:nvSpPr>
              <p:cNvPr name="TextBox 5" id="5"/>
              <p:cNvSpPr txBox="true"/>
              <p:nvPr/>
            </p:nvSpPr>
            <p:spPr>
              <a:xfrm>
                <a:off x="38100" y="0"/>
                <a:ext cx="4337847" cy="2244267"/>
              </a:xfrm>
              <a:prstGeom prst="rect">
                <a:avLst/>
              </a:prstGeom>
            </p:spPr>
            <p:txBody>
              <a:bodyPr anchor="ctr" rtlCol="false" tIns="50800" lIns="50800" bIns="50800" rIns="50800"/>
              <a:lstStyle/>
              <a:p>
                <a:pPr algn="ctr" marL="0" indent="0" lvl="0">
                  <a:lnSpc>
                    <a:spcPts val="2659"/>
                  </a:lnSpc>
                </a:pPr>
              </a:p>
            </p:txBody>
          </p:sp>
        </p:grpSp>
        <p:grpSp>
          <p:nvGrpSpPr>
            <p:cNvPr name="Group 6" id="6"/>
            <p:cNvGrpSpPr/>
            <p:nvPr/>
          </p:nvGrpSpPr>
          <p:grpSpPr>
            <a:xfrm rot="0">
              <a:off x="0" y="0"/>
              <a:ext cx="22959275" cy="12085890"/>
              <a:chOff x="0" y="0"/>
              <a:chExt cx="4535166" cy="2387336"/>
            </a:xfrm>
          </p:grpSpPr>
          <p:sp>
            <p:nvSpPr>
              <p:cNvPr name="Freeform 7" id="7"/>
              <p:cNvSpPr/>
              <p:nvPr/>
            </p:nvSpPr>
            <p:spPr>
              <a:xfrm flipH="false" flipV="false" rot="0">
                <a:off x="0" y="0"/>
                <a:ext cx="4535165" cy="2387336"/>
              </a:xfrm>
              <a:custGeom>
                <a:avLst/>
                <a:gdLst/>
                <a:ahLst/>
                <a:cxnLst/>
                <a:rect r="r" b="b" t="t" l="l"/>
                <a:pathLst>
                  <a:path h="2387336" w="4535165">
                    <a:moveTo>
                      <a:pt x="4455747" y="0"/>
                    </a:moveTo>
                    <a:lnTo>
                      <a:pt x="79418" y="0"/>
                    </a:lnTo>
                    <a:cubicBezTo>
                      <a:pt x="79418" y="43699"/>
                      <a:pt x="44079" y="79418"/>
                      <a:pt x="0" y="79418"/>
                    </a:cubicBezTo>
                    <a:lnTo>
                      <a:pt x="0" y="2307918"/>
                    </a:lnTo>
                    <a:cubicBezTo>
                      <a:pt x="43699" y="2307918"/>
                      <a:pt x="79418" y="2343257"/>
                      <a:pt x="79418" y="2387336"/>
                    </a:cubicBezTo>
                    <a:lnTo>
                      <a:pt x="4455747" y="2387336"/>
                    </a:lnTo>
                    <a:cubicBezTo>
                      <a:pt x="4455747" y="2343637"/>
                      <a:pt x="4491086" y="2307918"/>
                      <a:pt x="4535165" y="2307918"/>
                    </a:cubicBezTo>
                    <a:lnTo>
                      <a:pt x="4535165" y="79418"/>
                    </a:lnTo>
                    <a:cubicBezTo>
                      <a:pt x="4491466" y="79418"/>
                      <a:pt x="4455747" y="44079"/>
                      <a:pt x="4455747" y="0"/>
                    </a:cubicBezTo>
                    <a:close/>
                  </a:path>
                </a:pathLst>
              </a:custGeom>
              <a:ln w="38100" cap="sq">
                <a:solidFill>
                  <a:srgbClr val="E1D4C1"/>
                </a:solidFill>
                <a:prstDash val="solid"/>
                <a:miter/>
              </a:ln>
            </p:spPr>
          </p:sp>
          <p:sp>
            <p:nvSpPr>
              <p:cNvPr name="TextBox 8" id="8"/>
              <p:cNvSpPr txBox="true"/>
              <p:nvPr/>
            </p:nvSpPr>
            <p:spPr>
              <a:xfrm>
                <a:off x="38100" y="0"/>
                <a:ext cx="4458966" cy="2349236"/>
              </a:xfrm>
              <a:prstGeom prst="rect">
                <a:avLst/>
              </a:prstGeom>
            </p:spPr>
            <p:txBody>
              <a:bodyPr anchor="ctr" rtlCol="false" tIns="50800" lIns="50800" bIns="50800" rIns="50800"/>
              <a:lstStyle/>
              <a:p>
                <a:pPr algn="ctr" marL="0" indent="0" lvl="0">
                  <a:lnSpc>
                    <a:spcPts val="2659"/>
                  </a:lnSpc>
                </a:pPr>
              </a:p>
            </p:txBody>
          </p:sp>
        </p:grpSp>
      </p:grpSp>
      <p:grpSp>
        <p:nvGrpSpPr>
          <p:cNvPr name="Group 9" id="9"/>
          <p:cNvGrpSpPr/>
          <p:nvPr/>
        </p:nvGrpSpPr>
        <p:grpSpPr>
          <a:xfrm rot="0">
            <a:off x="341564" y="456168"/>
            <a:ext cx="354400" cy="3544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2" id="12"/>
          <p:cNvGrpSpPr/>
          <p:nvPr/>
        </p:nvGrpSpPr>
        <p:grpSpPr>
          <a:xfrm rot="0">
            <a:off x="17561021" y="456168"/>
            <a:ext cx="354400" cy="3544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5" id="15"/>
          <p:cNvGrpSpPr/>
          <p:nvPr/>
        </p:nvGrpSpPr>
        <p:grpSpPr>
          <a:xfrm rot="0">
            <a:off x="341564" y="9526336"/>
            <a:ext cx="354400" cy="35440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8" id="18"/>
          <p:cNvGrpSpPr/>
          <p:nvPr/>
        </p:nvGrpSpPr>
        <p:grpSpPr>
          <a:xfrm rot="0">
            <a:off x="17561021" y="9526336"/>
            <a:ext cx="354400" cy="35440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TextBox 21" id="21"/>
          <p:cNvSpPr txBox="true"/>
          <p:nvPr/>
        </p:nvSpPr>
        <p:spPr>
          <a:xfrm rot="0">
            <a:off x="3533945" y="2473755"/>
            <a:ext cx="11189094" cy="811085"/>
          </a:xfrm>
          <a:prstGeom prst="rect">
            <a:avLst/>
          </a:prstGeom>
        </p:spPr>
        <p:txBody>
          <a:bodyPr anchor="t" rtlCol="false" tIns="0" lIns="0" bIns="0" rIns="0">
            <a:spAutoFit/>
          </a:bodyPr>
          <a:lstStyle/>
          <a:p>
            <a:pPr algn="ctr" marL="0" indent="0" lvl="0">
              <a:lnSpc>
                <a:spcPts val="6178"/>
              </a:lnSpc>
            </a:pPr>
            <a:r>
              <a:rPr lang="en-US" sz="5720">
                <a:solidFill>
                  <a:srgbClr val="483529"/>
                </a:solidFill>
                <a:latin typeface="Drunken Hour"/>
                <a:ea typeface="Drunken Hour"/>
                <a:cs typeface="Drunken Hour"/>
                <a:sym typeface="Drunken Hour"/>
              </a:rPr>
              <a:t>Peradaban Timur &amp; Barat</a:t>
            </a:r>
          </a:p>
        </p:txBody>
      </p:sp>
      <p:sp>
        <p:nvSpPr>
          <p:cNvPr name="TextBox 22" id="22"/>
          <p:cNvSpPr txBox="true"/>
          <p:nvPr/>
        </p:nvSpPr>
        <p:spPr>
          <a:xfrm rot="0">
            <a:off x="1535875" y="1159344"/>
            <a:ext cx="2399176" cy="464805"/>
          </a:xfrm>
          <a:prstGeom prst="rect">
            <a:avLst/>
          </a:prstGeom>
        </p:spPr>
        <p:txBody>
          <a:bodyPr anchor="t" rtlCol="false" tIns="0" lIns="0" bIns="0" rIns="0">
            <a:spAutoFit/>
          </a:bodyPr>
          <a:lstStyle/>
          <a:p>
            <a:pPr algn="l" marL="0" indent="0" lvl="0">
              <a:lnSpc>
                <a:spcPts val="3780"/>
              </a:lnSpc>
              <a:spcBef>
                <a:spcPct val="0"/>
              </a:spcBef>
            </a:pPr>
            <a:r>
              <a:rPr lang="en-US" sz="2700">
                <a:solidFill>
                  <a:srgbClr val="483529"/>
                </a:solidFill>
                <a:latin typeface="Glacial Indifference"/>
                <a:ea typeface="Glacial Indifference"/>
                <a:cs typeface="Glacial Indifference"/>
                <a:sym typeface="Glacial Indifference"/>
              </a:rPr>
              <a:t>Sejarah</a:t>
            </a:r>
          </a:p>
        </p:txBody>
      </p:sp>
      <p:sp>
        <p:nvSpPr>
          <p:cNvPr name="TextBox 23" id="23"/>
          <p:cNvSpPr txBox="true"/>
          <p:nvPr/>
        </p:nvSpPr>
        <p:spPr>
          <a:xfrm rot="0">
            <a:off x="7928904" y="1159344"/>
            <a:ext cx="2399176" cy="464805"/>
          </a:xfrm>
          <a:prstGeom prst="rect">
            <a:avLst/>
          </a:prstGeom>
        </p:spPr>
        <p:txBody>
          <a:bodyPr anchor="t" rtlCol="false" tIns="0" lIns="0" bIns="0" rIns="0">
            <a:spAutoFit/>
          </a:bodyPr>
          <a:lstStyle/>
          <a:p>
            <a:pPr algn="ctr" marL="0" indent="0" lvl="0">
              <a:lnSpc>
                <a:spcPts val="3780"/>
              </a:lnSpc>
              <a:spcBef>
                <a:spcPct val="0"/>
              </a:spcBef>
            </a:pPr>
            <a:r>
              <a:rPr lang="en-US" sz="2700">
                <a:solidFill>
                  <a:srgbClr val="483529"/>
                </a:solidFill>
                <a:latin typeface="Glacial Indifference"/>
                <a:ea typeface="Glacial Indifference"/>
                <a:cs typeface="Glacial Indifference"/>
                <a:sym typeface="Glacial Indifference"/>
              </a:rPr>
              <a:t>Kelas</a:t>
            </a:r>
          </a:p>
        </p:txBody>
      </p:sp>
      <p:sp>
        <p:nvSpPr>
          <p:cNvPr name="TextBox 24" id="24"/>
          <p:cNvSpPr txBox="true"/>
          <p:nvPr/>
        </p:nvSpPr>
        <p:spPr>
          <a:xfrm rot="0">
            <a:off x="13584247" y="1159344"/>
            <a:ext cx="3086756" cy="464805"/>
          </a:xfrm>
          <a:prstGeom prst="rect">
            <a:avLst/>
          </a:prstGeom>
        </p:spPr>
        <p:txBody>
          <a:bodyPr anchor="t" rtlCol="false" tIns="0" lIns="0" bIns="0" rIns="0">
            <a:spAutoFit/>
          </a:bodyPr>
          <a:lstStyle/>
          <a:p>
            <a:pPr algn="r" marL="0" indent="0" lvl="0">
              <a:lnSpc>
                <a:spcPts val="3780"/>
              </a:lnSpc>
              <a:spcBef>
                <a:spcPct val="0"/>
              </a:spcBef>
            </a:pPr>
            <a:r>
              <a:rPr lang="en-US" sz="2700">
                <a:solidFill>
                  <a:srgbClr val="483529"/>
                </a:solidFill>
                <a:latin typeface="Glacial Indifference"/>
                <a:ea typeface="Glacial Indifference"/>
                <a:cs typeface="Glacial Indifference"/>
                <a:sym typeface="Glacial Indifference"/>
              </a:rPr>
              <a:t>Presentasi</a:t>
            </a:r>
          </a:p>
        </p:txBody>
      </p:sp>
      <p:sp>
        <p:nvSpPr>
          <p:cNvPr name="TextBox 25" id="25"/>
          <p:cNvSpPr txBox="true"/>
          <p:nvPr/>
        </p:nvSpPr>
        <p:spPr>
          <a:xfrm rot="0">
            <a:off x="4747897" y="3717074"/>
            <a:ext cx="8792205" cy="422840"/>
          </a:xfrm>
          <a:prstGeom prst="rect">
            <a:avLst/>
          </a:prstGeom>
        </p:spPr>
        <p:txBody>
          <a:bodyPr anchor="t" rtlCol="false" tIns="0" lIns="0" bIns="0" rIns="0">
            <a:spAutoFit/>
          </a:bodyPr>
          <a:lstStyle/>
          <a:p>
            <a:pPr algn="ctr" marL="0" indent="0" lvl="0">
              <a:lnSpc>
                <a:spcPts val="3468"/>
              </a:lnSpc>
              <a:spcBef>
                <a:spcPct val="0"/>
              </a:spcBef>
            </a:pPr>
            <a:r>
              <a:rPr lang="en-US" sz="2477">
                <a:solidFill>
                  <a:srgbClr val="483529"/>
                </a:solidFill>
                <a:latin typeface="Nunito Sans"/>
                <a:ea typeface="Nunito Sans"/>
                <a:cs typeface="Nunito Sans"/>
                <a:sym typeface="Nunito Sans"/>
              </a:rPr>
              <a:t>Tiongkok, India, dan Eropa: Perbandingan Peradaban Dunia</a:t>
            </a:r>
          </a:p>
        </p:txBody>
      </p:sp>
      <p:grpSp>
        <p:nvGrpSpPr>
          <p:cNvPr name="Group 26" id="26"/>
          <p:cNvGrpSpPr/>
          <p:nvPr/>
        </p:nvGrpSpPr>
        <p:grpSpPr>
          <a:xfrm rot="0">
            <a:off x="3049068" y="5289338"/>
            <a:ext cx="5032753" cy="788386"/>
            <a:chOff x="0" y="0"/>
            <a:chExt cx="1477904" cy="231515"/>
          </a:xfrm>
        </p:grpSpPr>
        <p:sp>
          <p:nvSpPr>
            <p:cNvPr name="Freeform 27" id="27"/>
            <p:cNvSpPr/>
            <p:nvPr/>
          </p:nvSpPr>
          <p:spPr>
            <a:xfrm flipH="false" flipV="false" rot="0">
              <a:off x="0" y="0"/>
              <a:ext cx="1477904" cy="231515"/>
            </a:xfrm>
            <a:custGeom>
              <a:avLst/>
              <a:gdLst/>
              <a:ahLst/>
              <a:cxnLst/>
              <a:rect r="r" b="b" t="t" l="l"/>
              <a:pathLst>
                <a:path h="231515" w="1477904">
                  <a:moveTo>
                    <a:pt x="78454" y="0"/>
                  </a:moveTo>
                  <a:lnTo>
                    <a:pt x="1399450" y="0"/>
                  </a:lnTo>
                  <a:cubicBezTo>
                    <a:pt x="1420258" y="0"/>
                    <a:pt x="1440213" y="8266"/>
                    <a:pt x="1454926" y="22979"/>
                  </a:cubicBezTo>
                  <a:cubicBezTo>
                    <a:pt x="1469638" y="37691"/>
                    <a:pt x="1477904" y="57646"/>
                    <a:pt x="1477904" y="78454"/>
                  </a:cubicBezTo>
                  <a:lnTo>
                    <a:pt x="1477904" y="153062"/>
                  </a:lnTo>
                  <a:cubicBezTo>
                    <a:pt x="1477904" y="196390"/>
                    <a:pt x="1442779" y="231515"/>
                    <a:pt x="1399450" y="231515"/>
                  </a:cubicBezTo>
                  <a:lnTo>
                    <a:pt x="78454" y="231515"/>
                  </a:lnTo>
                  <a:cubicBezTo>
                    <a:pt x="35125" y="231515"/>
                    <a:pt x="0" y="196390"/>
                    <a:pt x="0" y="153062"/>
                  </a:cubicBezTo>
                  <a:lnTo>
                    <a:pt x="0" y="78454"/>
                  </a:lnTo>
                  <a:cubicBezTo>
                    <a:pt x="0" y="35125"/>
                    <a:pt x="35125" y="0"/>
                    <a:pt x="78454" y="0"/>
                  </a:cubicBezTo>
                  <a:close/>
                </a:path>
              </a:pathLst>
            </a:custGeom>
            <a:ln w="38100" cap="rnd">
              <a:solidFill>
                <a:srgbClr val="483529"/>
              </a:solidFill>
              <a:prstDash val="solid"/>
              <a:round/>
            </a:ln>
          </p:spPr>
        </p:sp>
        <p:sp>
          <p:nvSpPr>
            <p:cNvPr name="TextBox 28" id="28"/>
            <p:cNvSpPr txBox="true"/>
            <p:nvPr/>
          </p:nvSpPr>
          <p:spPr>
            <a:xfrm>
              <a:off x="0" y="-38100"/>
              <a:ext cx="1477904" cy="269615"/>
            </a:xfrm>
            <a:prstGeom prst="rect">
              <a:avLst/>
            </a:prstGeom>
          </p:spPr>
          <p:txBody>
            <a:bodyPr anchor="ctr" rtlCol="false" tIns="50800" lIns="50800" bIns="50800" rIns="50800"/>
            <a:lstStyle/>
            <a:p>
              <a:pPr algn="ctr" marL="0" indent="0" lvl="0">
                <a:lnSpc>
                  <a:spcPts val="2659"/>
                </a:lnSpc>
              </a:pPr>
            </a:p>
          </p:txBody>
        </p:sp>
      </p:grpSp>
      <p:sp>
        <p:nvSpPr>
          <p:cNvPr name="TextBox 29" id="29"/>
          <p:cNvSpPr txBox="true"/>
          <p:nvPr/>
        </p:nvSpPr>
        <p:spPr>
          <a:xfrm rot="0">
            <a:off x="3049068" y="5456662"/>
            <a:ext cx="5032753" cy="381705"/>
          </a:xfrm>
          <a:prstGeom prst="rect">
            <a:avLst/>
          </a:prstGeom>
        </p:spPr>
        <p:txBody>
          <a:bodyPr anchor="t" rtlCol="false" tIns="0" lIns="0" bIns="0" rIns="0">
            <a:spAutoFit/>
          </a:bodyPr>
          <a:lstStyle/>
          <a:p>
            <a:pPr algn="ctr" marL="0" indent="0" lvl="0">
              <a:lnSpc>
                <a:spcPts val="3111"/>
              </a:lnSpc>
              <a:spcBef>
                <a:spcPct val="0"/>
              </a:spcBef>
            </a:pPr>
            <a:r>
              <a:rPr lang="en-US" b="true" sz="2222">
                <a:solidFill>
                  <a:srgbClr val="483529"/>
                </a:solidFill>
                <a:latin typeface="Nunito Sans Bold"/>
                <a:ea typeface="Nunito Sans Bold"/>
                <a:cs typeface="Nunito Sans Bold"/>
                <a:sym typeface="Nunito Sans Bold"/>
              </a:rPr>
              <a:t>Peradaban Timur</a:t>
            </a:r>
          </a:p>
        </p:txBody>
      </p:sp>
      <p:sp>
        <p:nvSpPr>
          <p:cNvPr name="TextBox 30" id="30"/>
          <p:cNvSpPr txBox="true"/>
          <p:nvPr/>
        </p:nvSpPr>
        <p:spPr>
          <a:xfrm rot="0">
            <a:off x="2735463" y="6390570"/>
            <a:ext cx="5659961" cy="2741823"/>
          </a:xfrm>
          <a:prstGeom prst="rect">
            <a:avLst/>
          </a:prstGeom>
        </p:spPr>
        <p:txBody>
          <a:bodyPr anchor="t" rtlCol="false" tIns="0" lIns="0" bIns="0" rIns="0">
            <a:spAutoFit/>
          </a:bodyPr>
          <a:lstStyle/>
          <a:p>
            <a:pPr algn="ctr" marL="0" indent="0" lvl="0">
              <a:lnSpc>
                <a:spcPts val="2700"/>
              </a:lnSpc>
            </a:pPr>
            <a:r>
              <a:rPr lang="en-US" sz="1929">
                <a:solidFill>
                  <a:srgbClr val="483529"/>
                </a:solidFill>
                <a:latin typeface="Nunito Sans"/>
                <a:ea typeface="Nunito Sans"/>
                <a:cs typeface="Nunito Sans"/>
                <a:sym typeface="Nunito Sans"/>
              </a:rPr>
              <a:t>Tiongkok dan India merupakan pusat peradaban Timur yang megah. Dinasti Han di Tiongkok membangun Tembok Besar sebagai simbol kekuatan dan perlindungan. India melahirkan peradaban Lembah Indus dengan sistem kota terencana yang canggih. Kedua bangsa ini mengembangkan ilmu pengetahuan, filsafat, dan seni yang mempengaruhi dunia hingga kini.</a:t>
            </a:r>
          </a:p>
        </p:txBody>
      </p:sp>
      <p:grpSp>
        <p:nvGrpSpPr>
          <p:cNvPr name="Group 31" id="31"/>
          <p:cNvGrpSpPr/>
          <p:nvPr/>
        </p:nvGrpSpPr>
        <p:grpSpPr>
          <a:xfrm rot="0">
            <a:off x="10013292" y="5289338"/>
            <a:ext cx="5032753" cy="788386"/>
            <a:chOff x="0" y="0"/>
            <a:chExt cx="1477904" cy="231515"/>
          </a:xfrm>
        </p:grpSpPr>
        <p:sp>
          <p:nvSpPr>
            <p:cNvPr name="Freeform 32" id="32"/>
            <p:cNvSpPr/>
            <p:nvPr/>
          </p:nvSpPr>
          <p:spPr>
            <a:xfrm flipH="false" flipV="false" rot="0">
              <a:off x="0" y="0"/>
              <a:ext cx="1477904" cy="231515"/>
            </a:xfrm>
            <a:custGeom>
              <a:avLst/>
              <a:gdLst/>
              <a:ahLst/>
              <a:cxnLst/>
              <a:rect r="r" b="b" t="t" l="l"/>
              <a:pathLst>
                <a:path h="231515" w="1477904">
                  <a:moveTo>
                    <a:pt x="78454" y="0"/>
                  </a:moveTo>
                  <a:lnTo>
                    <a:pt x="1399450" y="0"/>
                  </a:lnTo>
                  <a:cubicBezTo>
                    <a:pt x="1420258" y="0"/>
                    <a:pt x="1440213" y="8266"/>
                    <a:pt x="1454926" y="22979"/>
                  </a:cubicBezTo>
                  <a:cubicBezTo>
                    <a:pt x="1469638" y="37691"/>
                    <a:pt x="1477904" y="57646"/>
                    <a:pt x="1477904" y="78454"/>
                  </a:cubicBezTo>
                  <a:lnTo>
                    <a:pt x="1477904" y="153062"/>
                  </a:lnTo>
                  <a:cubicBezTo>
                    <a:pt x="1477904" y="196390"/>
                    <a:pt x="1442779" y="231515"/>
                    <a:pt x="1399450" y="231515"/>
                  </a:cubicBezTo>
                  <a:lnTo>
                    <a:pt x="78454" y="231515"/>
                  </a:lnTo>
                  <a:cubicBezTo>
                    <a:pt x="35125" y="231515"/>
                    <a:pt x="0" y="196390"/>
                    <a:pt x="0" y="153062"/>
                  </a:cubicBezTo>
                  <a:lnTo>
                    <a:pt x="0" y="78454"/>
                  </a:lnTo>
                  <a:cubicBezTo>
                    <a:pt x="0" y="35125"/>
                    <a:pt x="35125" y="0"/>
                    <a:pt x="78454" y="0"/>
                  </a:cubicBezTo>
                  <a:close/>
                </a:path>
              </a:pathLst>
            </a:custGeom>
            <a:ln w="38100" cap="rnd">
              <a:solidFill>
                <a:srgbClr val="483529"/>
              </a:solidFill>
              <a:prstDash val="solid"/>
              <a:round/>
            </a:ln>
          </p:spPr>
        </p:sp>
        <p:sp>
          <p:nvSpPr>
            <p:cNvPr name="TextBox 33" id="33"/>
            <p:cNvSpPr txBox="true"/>
            <p:nvPr/>
          </p:nvSpPr>
          <p:spPr>
            <a:xfrm>
              <a:off x="0" y="-38100"/>
              <a:ext cx="1477904" cy="269615"/>
            </a:xfrm>
            <a:prstGeom prst="rect">
              <a:avLst/>
            </a:prstGeom>
          </p:spPr>
          <p:txBody>
            <a:bodyPr anchor="ctr" rtlCol="false" tIns="50800" lIns="50800" bIns="50800" rIns="50800"/>
            <a:lstStyle/>
            <a:p>
              <a:pPr algn="ctr" marL="0" indent="0" lvl="0">
                <a:lnSpc>
                  <a:spcPts val="2659"/>
                </a:lnSpc>
              </a:pPr>
            </a:p>
          </p:txBody>
        </p:sp>
      </p:grpSp>
      <p:sp>
        <p:nvSpPr>
          <p:cNvPr name="TextBox 34" id="34"/>
          <p:cNvSpPr txBox="true"/>
          <p:nvPr/>
        </p:nvSpPr>
        <p:spPr>
          <a:xfrm rot="0">
            <a:off x="10013292" y="5456662"/>
            <a:ext cx="5032753" cy="381705"/>
          </a:xfrm>
          <a:prstGeom prst="rect">
            <a:avLst/>
          </a:prstGeom>
        </p:spPr>
        <p:txBody>
          <a:bodyPr anchor="t" rtlCol="false" tIns="0" lIns="0" bIns="0" rIns="0">
            <a:spAutoFit/>
          </a:bodyPr>
          <a:lstStyle/>
          <a:p>
            <a:pPr algn="ctr" marL="0" indent="0" lvl="0">
              <a:lnSpc>
                <a:spcPts val="3111"/>
              </a:lnSpc>
              <a:spcBef>
                <a:spcPct val="0"/>
              </a:spcBef>
            </a:pPr>
            <a:r>
              <a:rPr lang="en-US" b="true" sz="2222">
                <a:solidFill>
                  <a:srgbClr val="483529"/>
                </a:solidFill>
                <a:latin typeface="Nunito Sans Bold"/>
                <a:ea typeface="Nunito Sans Bold"/>
                <a:cs typeface="Nunito Sans Bold"/>
                <a:sym typeface="Nunito Sans Bold"/>
              </a:rPr>
              <a:t>Peradaban Barat</a:t>
            </a:r>
          </a:p>
        </p:txBody>
      </p:sp>
      <p:sp>
        <p:nvSpPr>
          <p:cNvPr name="TextBox 35" id="35"/>
          <p:cNvSpPr txBox="true"/>
          <p:nvPr/>
        </p:nvSpPr>
        <p:spPr>
          <a:xfrm rot="0">
            <a:off x="9699688" y="6390570"/>
            <a:ext cx="5659961" cy="2741823"/>
          </a:xfrm>
          <a:prstGeom prst="rect">
            <a:avLst/>
          </a:prstGeom>
        </p:spPr>
        <p:txBody>
          <a:bodyPr anchor="t" rtlCol="false" tIns="0" lIns="0" bIns="0" rIns="0">
            <a:spAutoFit/>
          </a:bodyPr>
          <a:lstStyle/>
          <a:p>
            <a:pPr algn="ctr" marL="0" indent="0" lvl="0">
              <a:lnSpc>
                <a:spcPts val="2700"/>
              </a:lnSpc>
            </a:pPr>
            <a:r>
              <a:rPr lang="en-US" sz="1929">
                <a:solidFill>
                  <a:srgbClr val="483529"/>
                </a:solidFill>
                <a:latin typeface="Nunito Sans"/>
                <a:ea typeface="Nunito Sans"/>
                <a:cs typeface="Nunito Sans"/>
                <a:sym typeface="Nunito Sans"/>
              </a:rPr>
              <a:t>Eropa menjadi pusat peradaban Barat dengan warisan Yunani dan Romawi yang agung. Parthenon di Athena dan Colosseum di Roma adalah simbol kejayaan arsitektur kuno. Filsafat Yunani meletakkan dasar ilmu pengetahuan modern. Peradaban Barat berkembang melalui Renaissance dan Pencerahan yang mengubah tatanan dunia secara fundamental.</a:t>
            </a:r>
          </a:p>
        </p:txBody>
      </p:sp>
    </p:spTree>
  </p:cSld>
  <p:clrMapOvr>
    <a:masterClrMapping/>
  </p:clrMapOvr>
  <p:transition spd="fast">
    <p:wipe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371C08"/>
        </a:solidFill>
      </p:bgPr>
    </p:bg>
    <p:spTree>
      <p:nvGrpSpPr>
        <p:cNvPr id="1" name=""/>
        <p:cNvGrpSpPr/>
        <p:nvPr/>
      </p:nvGrpSpPr>
      <p:grpSpPr>
        <a:xfrm>
          <a:off x="0" y="0"/>
          <a:ext cx="0" cy="0"/>
          <a:chOff x="0" y="0"/>
          <a:chExt cx="0" cy="0"/>
        </a:xfrm>
      </p:grpSpPr>
      <p:grpSp>
        <p:nvGrpSpPr>
          <p:cNvPr name="Group 2" id="2"/>
          <p:cNvGrpSpPr/>
          <p:nvPr/>
        </p:nvGrpSpPr>
        <p:grpSpPr>
          <a:xfrm rot="0">
            <a:off x="518764" y="639118"/>
            <a:ext cx="17219457" cy="9064418"/>
            <a:chOff x="0" y="0"/>
            <a:chExt cx="22959275" cy="12085890"/>
          </a:xfrm>
        </p:grpSpPr>
        <p:grpSp>
          <p:nvGrpSpPr>
            <p:cNvPr name="Group 3" id="3"/>
            <p:cNvGrpSpPr/>
            <p:nvPr/>
          </p:nvGrpSpPr>
          <p:grpSpPr>
            <a:xfrm rot="0">
              <a:off x="327257" y="228600"/>
              <a:ext cx="22346115" cy="11554484"/>
              <a:chOff x="0" y="0"/>
              <a:chExt cx="4414047" cy="2282367"/>
            </a:xfrm>
          </p:grpSpPr>
          <p:sp>
            <p:nvSpPr>
              <p:cNvPr name="Freeform 4" id="4"/>
              <p:cNvSpPr/>
              <p:nvPr/>
            </p:nvSpPr>
            <p:spPr>
              <a:xfrm flipH="false" flipV="false" rot="0">
                <a:off x="0" y="0"/>
                <a:ext cx="4414047" cy="2282367"/>
              </a:xfrm>
              <a:custGeom>
                <a:avLst/>
                <a:gdLst/>
                <a:ahLst/>
                <a:cxnLst/>
                <a:rect r="r" b="b" t="t" l="l"/>
                <a:pathLst>
                  <a:path h="2282367" w="4414047">
                    <a:moveTo>
                      <a:pt x="4334629" y="0"/>
                    </a:moveTo>
                    <a:lnTo>
                      <a:pt x="79418" y="0"/>
                    </a:lnTo>
                    <a:cubicBezTo>
                      <a:pt x="79418" y="43699"/>
                      <a:pt x="44079" y="79418"/>
                      <a:pt x="0" y="79418"/>
                    </a:cubicBezTo>
                    <a:lnTo>
                      <a:pt x="0" y="2202949"/>
                    </a:lnTo>
                    <a:cubicBezTo>
                      <a:pt x="43699" y="2202949"/>
                      <a:pt x="79418" y="2238288"/>
                      <a:pt x="79418" y="2282367"/>
                    </a:cubicBezTo>
                    <a:lnTo>
                      <a:pt x="4334629" y="2282367"/>
                    </a:lnTo>
                    <a:cubicBezTo>
                      <a:pt x="4334629" y="2238668"/>
                      <a:pt x="4369968" y="2202949"/>
                      <a:pt x="4414047" y="2202949"/>
                    </a:cubicBezTo>
                    <a:lnTo>
                      <a:pt x="4414047" y="79418"/>
                    </a:lnTo>
                    <a:cubicBezTo>
                      <a:pt x="4370348" y="79418"/>
                      <a:pt x="4334629" y="44079"/>
                      <a:pt x="4334629" y="0"/>
                    </a:cubicBezTo>
                    <a:close/>
                  </a:path>
                </a:pathLst>
              </a:custGeom>
              <a:solidFill>
                <a:srgbClr val="E1D4C1"/>
              </a:solidFill>
            </p:spPr>
          </p:sp>
          <p:sp>
            <p:nvSpPr>
              <p:cNvPr name="TextBox 5" id="5"/>
              <p:cNvSpPr txBox="true"/>
              <p:nvPr/>
            </p:nvSpPr>
            <p:spPr>
              <a:xfrm>
                <a:off x="38100" y="0"/>
                <a:ext cx="4337847" cy="2244267"/>
              </a:xfrm>
              <a:prstGeom prst="rect">
                <a:avLst/>
              </a:prstGeom>
            </p:spPr>
            <p:txBody>
              <a:bodyPr anchor="ctr" rtlCol="false" tIns="50800" lIns="50800" bIns="50800" rIns="50800"/>
              <a:lstStyle/>
              <a:p>
                <a:pPr algn="ctr" marL="0" indent="0" lvl="0">
                  <a:lnSpc>
                    <a:spcPts val="2659"/>
                  </a:lnSpc>
                </a:pPr>
              </a:p>
            </p:txBody>
          </p:sp>
        </p:grpSp>
        <p:grpSp>
          <p:nvGrpSpPr>
            <p:cNvPr name="Group 6" id="6"/>
            <p:cNvGrpSpPr/>
            <p:nvPr/>
          </p:nvGrpSpPr>
          <p:grpSpPr>
            <a:xfrm rot="0">
              <a:off x="0" y="0"/>
              <a:ext cx="22959275" cy="12085890"/>
              <a:chOff x="0" y="0"/>
              <a:chExt cx="4535166" cy="2387336"/>
            </a:xfrm>
          </p:grpSpPr>
          <p:sp>
            <p:nvSpPr>
              <p:cNvPr name="Freeform 7" id="7"/>
              <p:cNvSpPr/>
              <p:nvPr/>
            </p:nvSpPr>
            <p:spPr>
              <a:xfrm flipH="false" flipV="false" rot="0">
                <a:off x="0" y="0"/>
                <a:ext cx="4535165" cy="2387336"/>
              </a:xfrm>
              <a:custGeom>
                <a:avLst/>
                <a:gdLst/>
                <a:ahLst/>
                <a:cxnLst/>
                <a:rect r="r" b="b" t="t" l="l"/>
                <a:pathLst>
                  <a:path h="2387336" w="4535165">
                    <a:moveTo>
                      <a:pt x="4455747" y="0"/>
                    </a:moveTo>
                    <a:lnTo>
                      <a:pt x="79418" y="0"/>
                    </a:lnTo>
                    <a:cubicBezTo>
                      <a:pt x="79418" y="43699"/>
                      <a:pt x="44079" y="79418"/>
                      <a:pt x="0" y="79418"/>
                    </a:cubicBezTo>
                    <a:lnTo>
                      <a:pt x="0" y="2307918"/>
                    </a:lnTo>
                    <a:cubicBezTo>
                      <a:pt x="43699" y="2307918"/>
                      <a:pt x="79418" y="2343257"/>
                      <a:pt x="79418" y="2387336"/>
                    </a:cubicBezTo>
                    <a:lnTo>
                      <a:pt x="4455747" y="2387336"/>
                    </a:lnTo>
                    <a:cubicBezTo>
                      <a:pt x="4455747" y="2343637"/>
                      <a:pt x="4491086" y="2307918"/>
                      <a:pt x="4535165" y="2307918"/>
                    </a:cubicBezTo>
                    <a:lnTo>
                      <a:pt x="4535165" y="79418"/>
                    </a:lnTo>
                    <a:cubicBezTo>
                      <a:pt x="4491466" y="79418"/>
                      <a:pt x="4455747" y="44079"/>
                      <a:pt x="4455747" y="0"/>
                    </a:cubicBezTo>
                    <a:close/>
                  </a:path>
                </a:pathLst>
              </a:custGeom>
              <a:ln w="38100" cap="sq">
                <a:solidFill>
                  <a:srgbClr val="E1D4C1"/>
                </a:solidFill>
                <a:prstDash val="solid"/>
                <a:miter/>
              </a:ln>
            </p:spPr>
          </p:sp>
          <p:sp>
            <p:nvSpPr>
              <p:cNvPr name="TextBox 8" id="8"/>
              <p:cNvSpPr txBox="true"/>
              <p:nvPr/>
            </p:nvSpPr>
            <p:spPr>
              <a:xfrm>
                <a:off x="38100" y="0"/>
                <a:ext cx="4458966" cy="2349236"/>
              </a:xfrm>
              <a:prstGeom prst="rect">
                <a:avLst/>
              </a:prstGeom>
            </p:spPr>
            <p:txBody>
              <a:bodyPr anchor="ctr" rtlCol="false" tIns="50800" lIns="50800" bIns="50800" rIns="50800"/>
              <a:lstStyle/>
              <a:p>
                <a:pPr algn="ctr" marL="0" indent="0" lvl="0">
                  <a:lnSpc>
                    <a:spcPts val="2659"/>
                  </a:lnSpc>
                </a:pPr>
              </a:p>
            </p:txBody>
          </p:sp>
        </p:grpSp>
      </p:grpSp>
      <p:grpSp>
        <p:nvGrpSpPr>
          <p:cNvPr name="Group 9" id="9"/>
          <p:cNvGrpSpPr/>
          <p:nvPr/>
        </p:nvGrpSpPr>
        <p:grpSpPr>
          <a:xfrm rot="0">
            <a:off x="341564" y="456168"/>
            <a:ext cx="354400" cy="3544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2" id="12"/>
          <p:cNvGrpSpPr/>
          <p:nvPr/>
        </p:nvGrpSpPr>
        <p:grpSpPr>
          <a:xfrm rot="0">
            <a:off x="17561021" y="456168"/>
            <a:ext cx="354400" cy="3544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5" id="15"/>
          <p:cNvGrpSpPr/>
          <p:nvPr/>
        </p:nvGrpSpPr>
        <p:grpSpPr>
          <a:xfrm rot="0">
            <a:off x="341564" y="9526336"/>
            <a:ext cx="354400" cy="35440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8" id="18"/>
          <p:cNvGrpSpPr/>
          <p:nvPr/>
        </p:nvGrpSpPr>
        <p:grpSpPr>
          <a:xfrm rot="0">
            <a:off x="17561021" y="9526336"/>
            <a:ext cx="354400" cy="35440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21" id="21"/>
          <p:cNvGrpSpPr/>
          <p:nvPr/>
        </p:nvGrpSpPr>
        <p:grpSpPr>
          <a:xfrm rot="0">
            <a:off x="11981256" y="2572203"/>
            <a:ext cx="407997" cy="5749526"/>
            <a:chOff x="0" y="0"/>
            <a:chExt cx="543995" cy="7666035"/>
          </a:xfrm>
        </p:grpSpPr>
        <p:grpSp>
          <p:nvGrpSpPr>
            <p:cNvPr name="Group 22" id="22"/>
            <p:cNvGrpSpPr/>
            <p:nvPr/>
          </p:nvGrpSpPr>
          <p:grpSpPr>
            <a:xfrm rot="0">
              <a:off x="0" y="0"/>
              <a:ext cx="521804" cy="521804"/>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B3E22"/>
              </a:solidFill>
            </p:spPr>
          </p:sp>
          <p:sp>
            <p:nvSpPr>
              <p:cNvPr name="TextBox 24" id="24"/>
              <p:cNvSpPr txBox="true"/>
              <p:nvPr/>
            </p:nvSpPr>
            <p:spPr>
              <a:xfrm>
                <a:off x="76200" y="47625"/>
                <a:ext cx="660400" cy="688975"/>
              </a:xfrm>
              <a:prstGeom prst="rect">
                <a:avLst/>
              </a:prstGeom>
            </p:spPr>
            <p:txBody>
              <a:bodyPr anchor="ctr" rtlCol="false" tIns="50800" lIns="50800" bIns="50800" rIns="50800"/>
              <a:lstStyle/>
              <a:p>
                <a:pPr algn="ctr" marL="0" indent="0" lvl="0">
                  <a:lnSpc>
                    <a:spcPts val="1960"/>
                  </a:lnSpc>
                </a:pPr>
              </a:p>
            </p:txBody>
          </p:sp>
        </p:grpSp>
        <p:sp>
          <p:nvSpPr>
            <p:cNvPr name="AutoShape 25" id="25"/>
            <p:cNvSpPr/>
            <p:nvPr/>
          </p:nvSpPr>
          <p:spPr>
            <a:xfrm flipV="true">
              <a:off x="260902" y="0"/>
              <a:ext cx="0" cy="7627008"/>
            </a:xfrm>
            <a:prstGeom prst="line">
              <a:avLst/>
            </a:prstGeom>
            <a:ln cap="flat" w="81488">
              <a:solidFill>
                <a:srgbClr val="4B3E22"/>
              </a:solidFill>
              <a:prstDash val="sysDot"/>
              <a:headEnd type="none" len="sm" w="sm"/>
              <a:tailEnd type="none" len="sm" w="sm"/>
            </a:ln>
          </p:spPr>
        </p:sp>
        <p:grpSp>
          <p:nvGrpSpPr>
            <p:cNvPr name="Group 26" id="26"/>
            <p:cNvGrpSpPr/>
            <p:nvPr/>
          </p:nvGrpSpPr>
          <p:grpSpPr>
            <a:xfrm rot="0">
              <a:off x="22191" y="2393216"/>
              <a:ext cx="521804" cy="521804"/>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B3E22"/>
              </a:solidFill>
            </p:spPr>
          </p:sp>
          <p:sp>
            <p:nvSpPr>
              <p:cNvPr name="TextBox 28" id="28"/>
              <p:cNvSpPr txBox="true"/>
              <p:nvPr/>
            </p:nvSpPr>
            <p:spPr>
              <a:xfrm>
                <a:off x="76200" y="47625"/>
                <a:ext cx="660400" cy="688975"/>
              </a:xfrm>
              <a:prstGeom prst="rect">
                <a:avLst/>
              </a:prstGeom>
            </p:spPr>
            <p:txBody>
              <a:bodyPr anchor="ctr" rtlCol="false" tIns="50800" lIns="50800" bIns="50800" rIns="50800"/>
              <a:lstStyle/>
              <a:p>
                <a:pPr algn="ctr" marL="0" indent="0" lvl="0">
                  <a:lnSpc>
                    <a:spcPts val="1960"/>
                  </a:lnSpc>
                </a:pPr>
              </a:p>
            </p:txBody>
          </p:sp>
        </p:grpSp>
        <p:grpSp>
          <p:nvGrpSpPr>
            <p:cNvPr name="Group 29" id="29"/>
            <p:cNvGrpSpPr/>
            <p:nvPr/>
          </p:nvGrpSpPr>
          <p:grpSpPr>
            <a:xfrm rot="0">
              <a:off x="22191" y="4771488"/>
              <a:ext cx="521804" cy="521804"/>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B3E22"/>
              </a:solidFill>
            </p:spPr>
          </p:sp>
          <p:sp>
            <p:nvSpPr>
              <p:cNvPr name="TextBox 31" id="31"/>
              <p:cNvSpPr txBox="true"/>
              <p:nvPr/>
            </p:nvSpPr>
            <p:spPr>
              <a:xfrm>
                <a:off x="76200" y="47625"/>
                <a:ext cx="660400" cy="688975"/>
              </a:xfrm>
              <a:prstGeom prst="rect">
                <a:avLst/>
              </a:prstGeom>
            </p:spPr>
            <p:txBody>
              <a:bodyPr anchor="ctr" rtlCol="false" tIns="50800" lIns="50800" bIns="50800" rIns="50800"/>
              <a:lstStyle/>
              <a:p>
                <a:pPr algn="ctr" marL="0" indent="0" lvl="0">
                  <a:lnSpc>
                    <a:spcPts val="1960"/>
                  </a:lnSpc>
                </a:pPr>
              </a:p>
            </p:txBody>
          </p:sp>
        </p:grpSp>
        <p:grpSp>
          <p:nvGrpSpPr>
            <p:cNvPr name="Group 32" id="32"/>
            <p:cNvGrpSpPr/>
            <p:nvPr/>
          </p:nvGrpSpPr>
          <p:grpSpPr>
            <a:xfrm rot="0">
              <a:off x="0" y="7144230"/>
              <a:ext cx="521804" cy="521804"/>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B3E22"/>
              </a:solidFill>
            </p:spPr>
          </p:sp>
          <p:sp>
            <p:nvSpPr>
              <p:cNvPr name="TextBox 34" id="34"/>
              <p:cNvSpPr txBox="true"/>
              <p:nvPr/>
            </p:nvSpPr>
            <p:spPr>
              <a:xfrm>
                <a:off x="76200" y="47625"/>
                <a:ext cx="660400" cy="688975"/>
              </a:xfrm>
              <a:prstGeom prst="rect">
                <a:avLst/>
              </a:prstGeom>
            </p:spPr>
            <p:txBody>
              <a:bodyPr anchor="ctr" rtlCol="false" tIns="50800" lIns="50800" bIns="50800" rIns="50800"/>
              <a:lstStyle/>
              <a:p>
                <a:pPr algn="ctr" marL="0" indent="0" lvl="0">
                  <a:lnSpc>
                    <a:spcPts val="1960"/>
                  </a:lnSpc>
                </a:pPr>
              </a:p>
            </p:txBody>
          </p:sp>
        </p:grpSp>
      </p:grpSp>
      <p:grpSp>
        <p:nvGrpSpPr>
          <p:cNvPr name="Group 35" id="35"/>
          <p:cNvGrpSpPr>
            <a:grpSpLocks noChangeAspect="true"/>
          </p:cNvGrpSpPr>
          <p:nvPr/>
        </p:nvGrpSpPr>
        <p:grpSpPr>
          <a:xfrm rot="0">
            <a:off x="9968860" y="2222822"/>
            <a:ext cx="1597179" cy="1176588"/>
            <a:chOff x="0" y="0"/>
            <a:chExt cx="19050000" cy="14033500"/>
          </a:xfrm>
        </p:grpSpPr>
        <p:sp>
          <p:nvSpPr>
            <p:cNvPr name="Freeform 36" id="36"/>
            <p:cNvSpPr/>
            <p:nvPr/>
          </p:nvSpPr>
          <p:spPr>
            <a:xfrm flipH="false" flipV="false" rot="0">
              <a:off x="1169582" y="1014439"/>
              <a:ext cx="16710835" cy="12004622"/>
            </a:xfrm>
            <a:custGeom>
              <a:avLst/>
              <a:gdLst/>
              <a:ahLst/>
              <a:cxnLst/>
              <a:rect r="r" b="b" t="t" l="l"/>
              <a:pathLst>
                <a:path h="12004622" w="16710835">
                  <a:moveTo>
                    <a:pt x="0" y="0"/>
                  </a:moveTo>
                  <a:lnTo>
                    <a:pt x="16710835" y="0"/>
                  </a:lnTo>
                  <a:lnTo>
                    <a:pt x="16710835" y="12004622"/>
                  </a:lnTo>
                  <a:lnTo>
                    <a:pt x="0" y="12004622"/>
                  </a:lnTo>
                  <a:close/>
                </a:path>
              </a:pathLst>
            </a:custGeom>
            <a:blipFill>
              <a:blip r:embed="rId2"/>
              <a:stretch>
                <a:fillRect l="0" t="-287" r="0" b="-287"/>
              </a:stretch>
            </a:blipFill>
          </p:spPr>
        </p:sp>
        <p:sp>
          <p:nvSpPr>
            <p:cNvPr name="Freeform 37" id="37"/>
            <p:cNvSpPr/>
            <p:nvPr/>
          </p:nvSpPr>
          <p:spPr>
            <a:xfrm flipH="false" flipV="false" rot="0">
              <a:off x="0" y="0"/>
              <a:ext cx="19050000" cy="14033500"/>
            </a:xfrm>
            <a:custGeom>
              <a:avLst/>
              <a:gdLst/>
              <a:ahLst/>
              <a:cxnLst/>
              <a:rect r="r" b="b" t="t" l="l"/>
              <a:pathLst>
                <a:path h="14033500" w="19050000">
                  <a:moveTo>
                    <a:pt x="0" y="0"/>
                  </a:moveTo>
                  <a:lnTo>
                    <a:pt x="19050000" y="0"/>
                  </a:lnTo>
                  <a:lnTo>
                    <a:pt x="19050000" y="14033500"/>
                  </a:lnTo>
                  <a:lnTo>
                    <a:pt x="0" y="14033500"/>
                  </a:lnTo>
                  <a:close/>
                </a:path>
              </a:pathLst>
            </a:custGeom>
            <a:blipFill>
              <a:blip r:embed="rId3"/>
              <a:stretch>
                <a:fillRect l="0" t="-226" r="0" b="-226"/>
              </a:stretch>
            </a:blipFill>
          </p:spPr>
        </p:sp>
      </p:grpSp>
      <p:grpSp>
        <p:nvGrpSpPr>
          <p:cNvPr name="Group 38" id="38"/>
          <p:cNvGrpSpPr>
            <a:grpSpLocks noChangeAspect="true"/>
          </p:cNvGrpSpPr>
          <p:nvPr/>
        </p:nvGrpSpPr>
        <p:grpSpPr>
          <a:xfrm rot="0">
            <a:off x="9968860" y="4085210"/>
            <a:ext cx="1597179" cy="1176588"/>
            <a:chOff x="0" y="0"/>
            <a:chExt cx="19050000" cy="14033500"/>
          </a:xfrm>
        </p:grpSpPr>
        <p:sp>
          <p:nvSpPr>
            <p:cNvPr name="Freeform 39" id="39"/>
            <p:cNvSpPr/>
            <p:nvPr/>
          </p:nvSpPr>
          <p:spPr>
            <a:xfrm flipH="false" flipV="false" rot="0">
              <a:off x="1169582" y="1014439"/>
              <a:ext cx="16710835" cy="12004622"/>
            </a:xfrm>
            <a:custGeom>
              <a:avLst/>
              <a:gdLst/>
              <a:ahLst/>
              <a:cxnLst/>
              <a:rect r="r" b="b" t="t" l="l"/>
              <a:pathLst>
                <a:path h="12004622" w="16710835">
                  <a:moveTo>
                    <a:pt x="0" y="0"/>
                  </a:moveTo>
                  <a:lnTo>
                    <a:pt x="16710835" y="0"/>
                  </a:lnTo>
                  <a:lnTo>
                    <a:pt x="16710835" y="12004622"/>
                  </a:lnTo>
                  <a:lnTo>
                    <a:pt x="0" y="12004622"/>
                  </a:lnTo>
                  <a:close/>
                </a:path>
              </a:pathLst>
            </a:custGeom>
            <a:blipFill>
              <a:blip r:embed="rId4"/>
              <a:stretch>
                <a:fillRect l="0" t="-287" r="0" b="-287"/>
              </a:stretch>
            </a:blipFill>
          </p:spPr>
        </p:sp>
        <p:sp>
          <p:nvSpPr>
            <p:cNvPr name="Freeform 40" id="40"/>
            <p:cNvSpPr/>
            <p:nvPr/>
          </p:nvSpPr>
          <p:spPr>
            <a:xfrm flipH="false" flipV="false" rot="0">
              <a:off x="0" y="0"/>
              <a:ext cx="19050000" cy="14033500"/>
            </a:xfrm>
            <a:custGeom>
              <a:avLst/>
              <a:gdLst/>
              <a:ahLst/>
              <a:cxnLst/>
              <a:rect r="r" b="b" t="t" l="l"/>
              <a:pathLst>
                <a:path h="14033500" w="19050000">
                  <a:moveTo>
                    <a:pt x="0" y="0"/>
                  </a:moveTo>
                  <a:lnTo>
                    <a:pt x="19050000" y="0"/>
                  </a:lnTo>
                  <a:lnTo>
                    <a:pt x="19050000" y="14033500"/>
                  </a:lnTo>
                  <a:lnTo>
                    <a:pt x="0" y="14033500"/>
                  </a:lnTo>
                  <a:close/>
                </a:path>
              </a:pathLst>
            </a:custGeom>
            <a:blipFill>
              <a:blip r:embed="rId3"/>
              <a:stretch>
                <a:fillRect l="0" t="-226" r="0" b="-226"/>
              </a:stretch>
            </a:blipFill>
          </p:spPr>
        </p:sp>
      </p:grpSp>
      <p:grpSp>
        <p:nvGrpSpPr>
          <p:cNvPr name="Group 41" id="41"/>
          <p:cNvGrpSpPr>
            <a:grpSpLocks noChangeAspect="true"/>
          </p:cNvGrpSpPr>
          <p:nvPr/>
        </p:nvGrpSpPr>
        <p:grpSpPr>
          <a:xfrm rot="0">
            <a:off x="10012603" y="5947598"/>
            <a:ext cx="1597179" cy="1176588"/>
            <a:chOff x="0" y="0"/>
            <a:chExt cx="19050000" cy="14033500"/>
          </a:xfrm>
        </p:grpSpPr>
        <p:sp>
          <p:nvSpPr>
            <p:cNvPr name="Freeform 42" id="42"/>
            <p:cNvSpPr/>
            <p:nvPr/>
          </p:nvSpPr>
          <p:spPr>
            <a:xfrm flipH="false" flipV="false" rot="0">
              <a:off x="1169582" y="1014439"/>
              <a:ext cx="16710835" cy="12004622"/>
            </a:xfrm>
            <a:custGeom>
              <a:avLst/>
              <a:gdLst/>
              <a:ahLst/>
              <a:cxnLst/>
              <a:rect r="r" b="b" t="t" l="l"/>
              <a:pathLst>
                <a:path h="12004622" w="16710835">
                  <a:moveTo>
                    <a:pt x="0" y="0"/>
                  </a:moveTo>
                  <a:lnTo>
                    <a:pt x="16710835" y="0"/>
                  </a:lnTo>
                  <a:lnTo>
                    <a:pt x="16710835" y="12004622"/>
                  </a:lnTo>
                  <a:lnTo>
                    <a:pt x="0" y="12004622"/>
                  </a:lnTo>
                  <a:close/>
                </a:path>
              </a:pathLst>
            </a:custGeom>
            <a:blipFill>
              <a:blip r:embed="rId5"/>
              <a:stretch>
                <a:fillRect l="0" t="-287" r="0" b="-287"/>
              </a:stretch>
            </a:blipFill>
          </p:spPr>
        </p:sp>
        <p:sp>
          <p:nvSpPr>
            <p:cNvPr name="Freeform 43" id="43"/>
            <p:cNvSpPr/>
            <p:nvPr/>
          </p:nvSpPr>
          <p:spPr>
            <a:xfrm flipH="false" flipV="false" rot="0">
              <a:off x="0" y="0"/>
              <a:ext cx="19050000" cy="14033500"/>
            </a:xfrm>
            <a:custGeom>
              <a:avLst/>
              <a:gdLst/>
              <a:ahLst/>
              <a:cxnLst/>
              <a:rect r="r" b="b" t="t" l="l"/>
              <a:pathLst>
                <a:path h="14033500" w="19050000">
                  <a:moveTo>
                    <a:pt x="0" y="0"/>
                  </a:moveTo>
                  <a:lnTo>
                    <a:pt x="19050000" y="0"/>
                  </a:lnTo>
                  <a:lnTo>
                    <a:pt x="19050000" y="14033500"/>
                  </a:lnTo>
                  <a:lnTo>
                    <a:pt x="0" y="14033500"/>
                  </a:lnTo>
                  <a:close/>
                </a:path>
              </a:pathLst>
            </a:custGeom>
            <a:blipFill>
              <a:blip r:embed="rId3"/>
              <a:stretch>
                <a:fillRect l="0" t="-226" r="0" b="-226"/>
              </a:stretch>
            </a:blipFill>
          </p:spPr>
        </p:sp>
      </p:grpSp>
      <p:grpSp>
        <p:nvGrpSpPr>
          <p:cNvPr name="Group 44" id="44"/>
          <p:cNvGrpSpPr>
            <a:grpSpLocks noChangeAspect="true"/>
          </p:cNvGrpSpPr>
          <p:nvPr/>
        </p:nvGrpSpPr>
        <p:grpSpPr>
          <a:xfrm rot="0">
            <a:off x="10012603" y="7733435"/>
            <a:ext cx="1597179" cy="1176588"/>
            <a:chOff x="0" y="0"/>
            <a:chExt cx="19050000" cy="14033500"/>
          </a:xfrm>
        </p:grpSpPr>
        <p:sp>
          <p:nvSpPr>
            <p:cNvPr name="Freeform 45" id="45"/>
            <p:cNvSpPr/>
            <p:nvPr/>
          </p:nvSpPr>
          <p:spPr>
            <a:xfrm flipH="false" flipV="false" rot="0">
              <a:off x="1169582" y="1014439"/>
              <a:ext cx="16710835" cy="12004622"/>
            </a:xfrm>
            <a:custGeom>
              <a:avLst/>
              <a:gdLst/>
              <a:ahLst/>
              <a:cxnLst/>
              <a:rect r="r" b="b" t="t" l="l"/>
              <a:pathLst>
                <a:path h="12004622" w="16710835">
                  <a:moveTo>
                    <a:pt x="0" y="0"/>
                  </a:moveTo>
                  <a:lnTo>
                    <a:pt x="16710835" y="0"/>
                  </a:lnTo>
                  <a:lnTo>
                    <a:pt x="16710835" y="12004622"/>
                  </a:lnTo>
                  <a:lnTo>
                    <a:pt x="0" y="12004622"/>
                  </a:lnTo>
                  <a:close/>
                </a:path>
              </a:pathLst>
            </a:custGeom>
            <a:blipFill>
              <a:blip r:embed="rId6"/>
              <a:stretch>
                <a:fillRect l="0" t="-287" r="0" b="-287"/>
              </a:stretch>
            </a:blipFill>
          </p:spPr>
        </p:sp>
        <p:sp>
          <p:nvSpPr>
            <p:cNvPr name="Freeform 46" id="46"/>
            <p:cNvSpPr/>
            <p:nvPr/>
          </p:nvSpPr>
          <p:spPr>
            <a:xfrm flipH="false" flipV="false" rot="0">
              <a:off x="0" y="0"/>
              <a:ext cx="19050000" cy="14033500"/>
            </a:xfrm>
            <a:custGeom>
              <a:avLst/>
              <a:gdLst/>
              <a:ahLst/>
              <a:cxnLst/>
              <a:rect r="r" b="b" t="t" l="l"/>
              <a:pathLst>
                <a:path h="14033500" w="19050000">
                  <a:moveTo>
                    <a:pt x="0" y="0"/>
                  </a:moveTo>
                  <a:lnTo>
                    <a:pt x="19050000" y="0"/>
                  </a:lnTo>
                  <a:lnTo>
                    <a:pt x="19050000" y="14033500"/>
                  </a:lnTo>
                  <a:lnTo>
                    <a:pt x="0" y="14033500"/>
                  </a:lnTo>
                  <a:close/>
                </a:path>
              </a:pathLst>
            </a:custGeom>
            <a:blipFill>
              <a:blip r:embed="rId3"/>
              <a:stretch>
                <a:fillRect l="0" t="-226" r="0" b="-226"/>
              </a:stretch>
            </a:blipFill>
          </p:spPr>
        </p:sp>
      </p:grpSp>
      <p:sp>
        <p:nvSpPr>
          <p:cNvPr name="Freeform 47" id="47"/>
          <p:cNvSpPr/>
          <p:nvPr/>
        </p:nvSpPr>
        <p:spPr>
          <a:xfrm flipH="false" flipV="false" rot="0">
            <a:off x="10601998" y="2028967"/>
            <a:ext cx="335162" cy="335862"/>
          </a:xfrm>
          <a:custGeom>
            <a:avLst/>
            <a:gdLst/>
            <a:ahLst/>
            <a:cxnLst/>
            <a:rect r="r" b="b" t="t" l="l"/>
            <a:pathLst>
              <a:path h="335862" w="335162">
                <a:moveTo>
                  <a:pt x="0" y="0"/>
                </a:moveTo>
                <a:lnTo>
                  <a:pt x="335162" y="0"/>
                </a:lnTo>
                <a:lnTo>
                  <a:pt x="335162" y="335861"/>
                </a:lnTo>
                <a:lnTo>
                  <a:pt x="0" y="335861"/>
                </a:lnTo>
                <a:lnTo>
                  <a:pt x="0" y="0"/>
                </a:lnTo>
                <a:close/>
              </a:path>
            </a:pathLst>
          </a:custGeom>
          <a:blipFill>
            <a:blip r:embed="rId7"/>
            <a:stretch>
              <a:fillRect l="0" t="0" r="0" b="0"/>
            </a:stretch>
          </a:blipFill>
        </p:spPr>
      </p:sp>
      <p:sp>
        <p:nvSpPr>
          <p:cNvPr name="Freeform 48" id="48"/>
          <p:cNvSpPr/>
          <p:nvPr/>
        </p:nvSpPr>
        <p:spPr>
          <a:xfrm flipH="false" flipV="false" rot="0">
            <a:off x="10599869" y="3917279"/>
            <a:ext cx="335162" cy="335862"/>
          </a:xfrm>
          <a:custGeom>
            <a:avLst/>
            <a:gdLst/>
            <a:ahLst/>
            <a:cxnLst/>
            <a:rect r="r" b="b" t="t" l="l"/>
            <a:pathLst>
              <a:path h="335862" w="335162">
                <a:moveTo>
                  <a:pt x="0" y="0"/>
                </a:moveTo>
                <a:lnTo>
                  <a:pt x="335162" y="0"/>
                </a:lnTo>
                <a:lnTo>
                  <a:pt x="335162" y="335862"/>
                </a:lnTo>
                <a:lnTo>
                  <a:pt x="0" y="335862"/>
                </a:lnTo>
                <a:lnTo>
                  <a:pt x="0" y="0"/>
                </a:lnTo>
                <a:close/>
              </a:path>
            </a:pathLst>
          </a:custGeom>
          <a:blipFill>
            <a:blip r:embed="rId7"/>
            <a:stretch>
              <a:fillRect l="0" t="0" r="0" b="0"/>
            </a:stretch>
          </a:blipFill>
        </p:spPr>
      </p:sp>
      <p:sp>
        <p:nvSpPr>
          <p:cNvPr name="Freeform 49" id="49"/>
          <p:cNvSpPr/>
          <p:nvPr/>
        </p:nvSpPr>
        <p:spPr>
          <a:xfrm flipH="false" flipV="false" rot="0">
            <a:off x="10597740" y="5805592"/>
            <a:ext cx="335162" cy="335862"/>
          </a:xfrm>
          <a:custGeom>
            <a:avLst/>
            <a:gdLst/>
            <a:ahLst/>
            <a:cxnLst/>
            <a:rect r="r" b="b" t="t" l="l"/>
            <a:pathLst>
              <a:path h="335862" w="335162">
                <a:moveTo>
                  <a:pt x="0" y="0"/>
                </a:moveTo>
                <a:lnTo>
                  <a:pt x="335162" y="0"/>
                </a:lnTo>
                <a:lnTo>
                  <a:pt x="335162" y="335862"/>
                </a:lnTo>
                <a:lnTo>
                  <a:pt x="0" y="335862"/>
                </a:lnTo>
                <a:lnTo>
                  <a:pt x="0" y="0"/>
                </a:lnTo>
                <a:close/>
              </a:path>
            </a:pathLst>
          </a:custGeom>
          <a:blipFill>
            <a:blip r:embed="rId7"/>
            <a:stretch>
              <a:fillRect l="0" t="0" r="0" b="0"/>
            </a:stretch>
          </a:blipFill>
        </p:spPr>
      </p:sp>
      <p:sp>
        <p:nvSpPr>
          <p:cNvPr name="Freeform 50" id="50"/>
          <p:cNvSpPr/>
          <p:nvPr/>
        </p:nvSpPr>
        <p:spPr>
          <a:xfrm flipH="false" flipV="false" rot="0">
            <a:off x="10595611" y="7693905"/>
            <a:ext cx="335162" cy="335862"/>
          </a:xfrm>
          <a:custGeom>
            <a:avLst/>
            <a:gdLst/>
            <a:ahLst/>
            <a:cxnLst/>
            <a:rect r="r" b="b" t="t" l="l"/>
            <a:pathLst>
              <a:path h="335862" w="335162">
                <a:moveTo>
                  <a:pt x="0" y="0"/>
                </a:moveTo>
                <a:lnTo>
                  <a:pt x="335162" y="0"/>
                </a:lnTo>
                <a:lnTo>
                  <a:pt x="335162" y="335862"/>
                </a:lnTo>
                <a:lnTo>
                  <a:pt x="0" y="335862"/>
                </a:lnTo>
                <a:lnTo>
                  <a:pt x="0" y="0"/>
                </a:lnTo>
                <a:close/>
              </a:path>
            </a:pathLst>
          </a:custGeom>
          <a:blipFill>
            <a:blip r:embed="rId7"/>
            <a:stretch>
              <a:fillRect l="0" t="0" r="0" b="0"/>
            </a:stretch>
          </a:blipFill>
        </p:spPr>
      </p:sp>
      <p:sp>
        <p:nvSpPr>
          <p:cNvPr name="TextBox 51" id="51"/>
          <p:cNvSpPr txBox="true"/>
          <p:nvPr/>
        </p:nvSpPr>
        <p:spPr>
          <a:xfrm rot="0">
            <a:off x="1535875" y="6177481"/>
            <a:ext cx="7820203" cy="2111246"/>
          </a:xfrm>
          <a:prstGeom prst="rect">
            <a:avLst/>
          </a:prstGeom>
        </p:spPr>
        <p:txBody>
          <a:bodyPr anchor="t" rtlCol="false" tIns="0" lIns="0" bIns="0" rIns="0">
            <a:spAutoFit/>
          </a:bodyPr>
          <a:lstStyle/>
          <a:p>
            <a:pPr algn="l" marL="0" indent="0" lvl="0">
              <a:lnSpc>
                <a:spcPts val="8118"/>
              </a:lnSpc>
            </a:pPr>
            <a:r>
              <a:rPr lang="en-US" sz="7806">
                <a:solidFill>
                  <a:srgbClr val="483529"/>
                </a:solidFill>
                <a:latin typeface="Drunken Hour"/>
                <a:ea typeface="Drunken Hour"/>
                <a:cs typeface="Drunken Hour"/>
                <a:sym typeface="Drunken Hour"/>
              </a:rPr>
              <a:t>Background &amp; Time Period</a:t>
            </a:r>
          </a:p>
        </p:txBody>
      </p:sp>
      <p:sp>
        <p:nvSpPr>
          <p:cNvPr name="TextBox 52" id="52"/>
          <p:cNvSpPr txBox="true"/>
          <p:nvPr/>
        </p:nvSpPr>
        <p:spPr>
          <a:xfrm rot="0">
            <a:off x="1535875" y="1178394"/>
            <a:ext cx="2399176" cy="355631"/>
          </a:xfrm>
          <a:prstGeom prst="rect">
            <a:avLst/>
          </a:prstGeom>
        </p:spPr>
        <p:txBody>
          <a:bodyPr anchor="t" rtlCol="false" tIns="0" lIns="0" bIns="0" rIns="0">
            <a:spAutoFit/>
          </a:bodyPr>
          <a:lstStyle/>
          <a:p>
            <a:pPr algn="l" marL="0" indent="0" lvl="0">
              <a:lnSpc>
                <a:spcPts val="2973"/>
              </a:lnSpc>
              <a:spcBef>
                <a:spcPct val="0"/>
              </a:spcBef>
            </a:pPr>
            <a:r>
              <a:rPr lang="en-US" sz="2123">
                <a:solidFill>
                  <a:srgbClr val="483529"/>
                </a:solidFill>
                <a:latin typeface="Glacial Indifference"/>
                <a:ea typeface="Glacial Indifference"/>
                <a:cs typeface="Glacial Indifference"/>
                <a:sym typeface="Glacial Indifference"/>
              </a:rPr>
              <a:t>Sejarah Dunia</a:t>
            </a:r>
          </a:p>
        </p:txBody>
      </p:sp>
      <p:sp>
        <p:nvSpPr>
          <p:cNvPr name="TextBox 53" id="53"/>
          <p:cNvSpPr txBox="true"/>
          <p:nvPr/>
        </p:nvSpPr>
        <p:spPr>
          <a:xfrm rot="0">
            <a:off x="7928904" y="1178394"/>
            <a:ext cx="2399176" cy="355631"/>
          </a:xfrm>
          <a:prstGeom prst="rect">
            <a:avLst/>
          </a:prstGeom>
        </p:spPr>
        <p:txBody>
          <a:bodyPr anchor="t" rtlCol="false" tIns="0" lIns="0" bIns="0" rIns="0">
            <a:spAutoFit/>
          </a:bodyPr>
          <a:lstStyle/>
          <a:p>
            <a:pPr algn="ctr" marL="0" indent="0" lvl="0">
              <a:lnSpc>
                <a:spcPts val="2973"/>
              </a:lnSpc>
              <a:spcBef>
                <a:spcPct val="0"/>
              </a:spcBef>
            </a:pPr>
            <a:r>
              <a:rPr lang="en-US" sz="2123">
                <a:solidFill>
                  <a:srgbClr val="483529"/>
                </a:solidFill>
                <a:latin typeface="Glacial Indifference"/>
                <a:ea typeface="Glacial Indifference"/>
                <a:cs typeface="Glacial Indifference"/>
                <a:sym typeface="Glacial Indifference"/>
              </a:rPr>
              <a:t>Kelas</a:t>
            </a:r>
          </a:p>
        </p:txBody>
      </p:sp>
      <p:sp>
        <p:nvSpPr>
          <p:cNvPr name="TextBox 54" id="54"/>
          <p:cNvSpPr txBox="true"/>
          <p:nvPr/>
        </p:nvSpPr>
        <p:spPr>
          <a:xfrm rot="0">
            <a:off x="13584247" y="1178394"/>
            <a:ext cx="3086756" cy="355631"/>
          </a:xfrm>
          <a:prstGeom prst="rect">
            <a:avLst/>
          </a:prstGeom>
        </p:spPr>
        <p:txBody>
          <a:bodyPr anchor="t" rtlCol="false" tIns="0" lIns="0" bIns="0" rIns="0">
            <a:spAutoFit/>
          </a:bodyPr>
          <a:lstStyle/>
          <a:p>
            <a:pPr algn="r" marL="0" indent="0" lvl="0">
              <a:lnSpc>
                <a:spcPts val="2973"/>
              </a:lnSpc>
              <a:spcBef>
                <a:spcPct val="0"/>
              </a:spcBef>
            </a:pPr>
            <a:r>
              <a:rPr lang="en-US" sz="2123">
                <a:solidFill>
                  <a:srgbClr val="483529"/>
                </a:solidFill>
                <a:latin typeface="Glacial Indifference"/>
                <a:ea typeface="Glacial Indifference"/>
                <a:cs typeface="Glacial Indifference"/>
                <a:sym typeface="Glacial Indifference"/>
              </a:rPr>
              <a:t>Presentasi</a:t>
            </a:r>
          </a:p>
        </p:txBody>
      </p:sp>
      <p:sp>
        <p:nvSpPr>
          <p:cNvPr name="TextBox 55" id="55"/>
          <p:cNvSpPr txBox="true"/>
          <p:nvPr/>
        </p:nvSpPr>
        <p:spPr>
          <a:xfrm rot="0">
            <a:off x="1572335" y="8309264"/>
            <a:ext cx="7608125" cy="341033"/>
          </a:xfrm>
          <a:prstGeom prst="rect">
            <a:avLst/>
          </a:prstGeom>
        </p:spPr>
        <p:txBody>
          <a:bodyPr anchor="t" rtlCol="false" tIns="0" lIns="0" bIns="0" rIns="0">
            <a:spAutoFit/>
          </a:bodyPr>
          <a:lstStyle/>
          <a:p>
            <a:pPr algn="l" marL="0" indent="0" lvl="0">
              <a:lnSpc>
                <a:spcPts val="2727"/>
              </a:lnSpc>
              <a:spcBef>
                <a:spcPct val="0"/>
              </a:spcBef>
            </a:pPr>
            <a:r>
              <a:rPr lang="en-US" sz="1948" i="true">
                <a:solidFill>
                  <a:srgbClr val="483529"/>
                </a:solidFill>
                <a:latin typeface="Nunito Sans Italics"/>
                <a:ea typeface="Nunito Sans Italics"/>
                <a:cs typeface="Nunito Sans Italics"/>
                <a:sym typeface="Nunito Sans Italics"/>
              </a:rPr>
              <a:t>Era Modern: Revolusi, Perang, dan Kemerdekaan Bangsa-Bangsa</a:t>
            </a:r>
          </a:p>
        </p:txBody>
      </p:sp>
      <p:sp>
        <p:nvSpPr>
          <p:cNvPr name="TextBox 56" id="56"/>
          <p:cNvSpPr txBox="true"/>
          <p:nvPr/>
        </p:nvSpPr>
        <p:spPr>
          <a:xfrm rot="0">
            <a:off x="1572335" y="2305503"/>
            <a:ext cx="7010436" cy="2135435"/>
          </a:xfrm>
          <a:prstGeom prst="rect">
            <a:avLst/>
          </a:prstGeom>
        </p:spPr>
        <p:txBody>
          <a:bodyPr anchor="t" rtlCol="false" tIns="0" lIns="0" bIns="0" rIns="0">
            <a:spAutoFit/>
          </a:bodyPr>
          <a:lstStyle/>
          <a:p>
            <a:pPr algn="l" marL="0" indent="0" lvl="0">
              <a:lnSpc>
                <a:spcPts val="2835"/>
              </a:lnSpc>
            </a:pPr>
            <a:r>
              <a:rPr lang="en-US" sz="2025">
                <a:solidFill>
                  <a:srgbClr val="483529"/>
                </a:solidFill>
                <a:latin typeface="Nunito Sans"/>
                <a:ea typeface="Nunito Sans"/>
                <a:cs typeface="Nunito Sans"/>
                <a:sym typeface="Nunito Sans"/>
              </a:rPr>
              <a:t>Era modern ditandai oleh perubahan besar dalam sejarah dunia. Revolusi Industri mengubah cara manusia bekerja dan hidup, sementara dua Perang Dunia mengguncang tatanan global. Bangsa-bangsa di Asia dan Afrika mulai memperjuangkan kemerdekaan mereka dari penjajahan Eropa.</a:t>
            </a:r>
          </a:p>
        </p:txBody>
      </p:sp>
      <p:sp>
        <p:nvSpPr>
          <p:cNvPr name="TextBox 57" id="57"/>
          <p:cNvSpPr txBox="true"/>
          <p:nvPr/>
        </p:nvSpPr>
        <p:spPr>
          <a:xfrm rot="0">
            <a:off x="12757705" y="2543628"/>
            <a:ext cx="1469467" cy="297519"/>
          </a:xfrm>
          <a:prstGeom prst="rect">
            <a:avLst/>
          </a:prstGeom>
        </p:spPr>
        <p:txBody>
          <a:bodyPr anchor="t" rtlCol="false" tIns="0" lIns="0" bIns="0" rIns="0">
            <a:spAutoFit/>
          </a:bodyPr>
          <a:lstStyle/>
          <a:p>
            <a:pPr algn="l" marL="0" indent="0" lvl="0">
              <a:lnSpc>
                <a:spcPts val="2500"/>
              </a:lnSpc>
              <a:spcBef>
                <a:spcPct val="0"/>
              </a:spcBef>
            </a:pPr>
            <a:r>
              <a:rPr lang="en-US" b="true" sz="1786">
                <a:solidFill>
                  <a:srgbClr val="483529"/>
                </a:solidFill>
                <a:latin typeface="Nunito Sans Bold"/>
                <a:ea typeface="Nunito Sans Bold"/>
                <a:cs typeface="Nunito Sans Bold"/>
                <a:sym typeface="Nunito Sans Bold"/>
              </a:rPr>
              <a:t>1760</a:t>
            </a:r>
          </a:p>
        </p:txBody>
      </p:sp>
      <p:sp>
        <p:nvSpPr>
          <p:cNvPr name="TextBox 58" id="58"/>
          <p:cNvSpPr txBox="true"/>
          <p:nvPr/>
        </p:nvSpPr>
        <p:spPr>
          <a:xfrm rot="0">
            <a:off x="12757705" y="4416820"/>
            <a:ext cx="1469467" cy="297519"/>
          </a:xfrm>
          <a:prstGeom prst="rect">
            <a:avLst/>
          </a:prstGeom>
        </p:spPr>
        <p:txBody>
          <a:bodyPr anchor="t" rtlCol="false" tIns="0" lIns="0" bIns="0" rIns="0">
            <a:spAutoFit/>
          </a:bodyPr>
          <a:lstStyle/>
          <a:p>
            <a:pPr algn="l" marL="0" indent="0" lvl="0">
              <a:lnSpc>
                <a:spcPts val="2500"/>
              </a:lnSpc>
              <a:spcBef>
                <a:spcPct val="0"/>
              </a:spcBef>
            </a:pPr>
            <a:r>
              <a:rPr lang="en-US" b="true" sz="1786">
                <a:solidFill>
                  <a:srgbClr val="483529"/>
                </a:solidFill>
                <a:latin typeface="Nunito Sans Bold"/>
                <a:ea typeface="Nunito Sans Bold"/>
                <a:cs typeface="Nunito Sans Bold"/>
                <a:sym typeface="Nunito Sans Bold"/>
              </a:rPr>
              <a:t>1914</a:t>
            </a:r>
          </a:p>
        </p:txBody>
      </p:sp>
      <p:sp>
        <p:nvSpPr>
          <p:cNvPr name="TextBox 59" id="59"/>
          <p:cNvSpPr txBox="true"/>
          <p:nvPr/>
        </p:nvSpPr>
        <p:spPr>
          <a:xfrm rot="0">
            <a:off x="12757705" y="6174895"/>
            <a:ext cx="1469467" cy="297519"/>
          </a:xfrm>
          <a:prstGeom prst="rect">
            <a:avLst/>
          </a:prstGeom>
        </p:spPr>
        <p:txBody>
          <a:bodyPr anchor="t" rtlCol="false" tIns="0" lIns="0" bIns="0" rIns="0">
            <a:spAutoFit/>
          </a:bodyPr>
          <a:lstStyle/>
          <a:p>
            <a:pPr algn="l" marL="0" indent="0" lvl="0">
              <a:lnSpc>
                <a:spcPts val="2500"/>
              </a:lnSpc>
              <a:spcBef>
                <a:spcPct val="0"/>
              </a:spcBef>
            </a:pPr>
            <a:r>
              <a:rPr lang="en-US" b="true" sz="1786">
                <a:solidFill>
                  <a:srgbClr val="483529"/>
                </a:solidFill>
                <a:latin typeface="Nunito Sans Bold"/>
                <a:ea typeface="Nunito Sans Bold"/>
                <a:cs typeface="Nunito Sans Bold"/>
                <a:sym typeface="Nunito Sans Bold"/>
              </a:rPr>
              <a:t>1939</a:t>
            </a:r>
          </a:p>
        </p:txBody>
      </p:sp>
      <p:sp>
        <p:nvSpPr>
          <p:cNvPr name="TextBox 60" id="60"/>
          <p:cNvSpPr txBox="true"/>
          <p:nvPr/>
        </p:nvSpPr>
        <p:spPr>
          <a:xfrm rot="0">
            <a:off x="12757705" y="7861851"/>
            <a:ext cx="1469467" cy="297519"/>
          </a:xfrm>
          <a:prstGeom prst="rect">
            <a:avLst/>
          </a:prstGeom>
        </p:spPr>
        <p:txBody>
          <a:bodyPr anchor="t" rtlCol="false" tIns="0" lIns="0" bIns="0" rIns="0">
            <a:spAutoFit/>
          </a:bodyPr>
          <a:lstStyle/>
          <a:p>
            <a:pPr algn="l" marL="0" indent="0" lvl="0">
              <a:lnSpc>
                <a:spcPts val="2500"/>
              </a:lnSpc>
              <a:spcBef>
                <a:spcPct val="0"/>
              </a:spcBef>
            </a:pPr>
            <a:r>
              <a:rPr lang="en-US" b="true" sz="1786">
                <a:solidFill>
                  <a:srgbClr val="483529"/>
                </a:solidFill>
                <a:latin typeface="Nunito Sans Bold"/>
                <a:ea typeface="Nunito Sans Bold"/>
                <a:cs typeface="Nunito Sans Bold"/>
                <a:sym typeface="Nunito Sans Bold"/>
              </a:rPr>
              <a:t>1945</a:t>
            </a:r>
          </a:p>
        </p:txBody>
      </p:sp>
      <p:sp>
        <p:nvSpPr>
          <p:cNvPr name="TextBox 61" id="61"/>
          <p:cNvSpPr txBox="true"/>
          <p:nvPr/>
        </p:nvSpPr>
        <p:spPr>
          <a:xfrm rot="0">
            <a:off x="12757705" y="2962708"/>
            <a:ext cx="4184253" cy="775959"/>
          </a:xfrm>
          <a:prstGeom prst="rect">
            <a:avLst/>
          </a:prstGeom>
        </p:spPr>
        <p:txBody>
          <a:bodyPr anchor="t" rtlCol="false" tIns="0" lIns="0" bIns="0" rIns="0">
            <a:spAutoFit/>
          </a:bodyPr>
          <a:lstStyle/>
          <a:p>
            <a:pPr algn="l" marL="0" indent="0" lvl="0">
              <a:lnSpc>
                <a:spcPts val="2116"/>
              </a:lnSpc>
            </a:pPr>
            <a:r>
              <a:rPr lang="en-US" sz="1511">
                <a:solidFill>
                  <a:srgbClr val="483529"/>
                </a:solidFill>
                <a:latin typeface="Nunito Sans"/>
                <a:ea typeface="Nunito Sans"/>
                <a:cs typeface="Nunito Sans"/>
                <a:sym typeface="Nunito Sans"/>
              </a:rPr>
              <a:t>Revolusi Industri dimulai di Inggris, mengubah produksi manual menjadi mekanisasi dan mendorong pertumbuhan ekonomi global.</a:t>
            </a:r>
          </a:p>
        </p:txBody>
      </p:sp>
      <p:sp>
        <p:nvSpPr>
          <p:cNvPr name="TextBox 62" id="62"/>
          <p:cNvSpPr txBox="true"/>
          <p:nvPr/>
        </p:nvSpPr>
        <p:spPr>
          <a:xfrm rot="0">
            <a:off x="12757705" y="4808173"/>
            <a:ext cx="4346679" cy="775959"/>
          </a:xfrm>
          <a:prstGeom prst="rect">
            <a:avLst/>
          </a:prstGeom>
        </p:spPr>
        <p:txBody>
          <a:bodyPr anchor="t" rtlCol="false" tIns="0" lIns="0" bIns="0" rIns="0">
            <a:spAutoFit/>
          </a:bodyPr>
          <a:lstStyle/>
          <a:p>
            <a:pPr algn="l" marL="0" indent="0" lvl="0">
              <a:lnSpc>
                <a:spcPts val="2116"/>
              </a:lnSpc>
            </a:pPr>
            <a:r>
              <a:rPr lang="en-US" sz="1511">
                <a:solidFill>
                  <a:srgbClr val="483529"/>
                </a:solidFill>
                <a:latin typeface="Nunito Sans"/>
                <a:ea typeface="Nunito Sans"/>
                <a:cs typeface="Nunito Sans"/>
                <a:sym typeface="Nunito Sans"/>
              </a:rPr>
              <a:t>Perang Dunia I melibatkan kekuatan besar Eropa, menewaskan jutaan orang dan mengubah peta politik dunia secara drastis.</a:t>
            </a:r>
          </a:p>
        </p:txBody>
      </p:sp>
      <p:sp>
        <p:nvSpPr>
          <p:cNvPr name="TextBox 63" id="63"/>
          <p:cNvSpPr txBox="true"/>
          <p:nvPr/>
        </p:nvSpPr>
        <p:spPr>
          <a:xfrm rot="0">
            <a:off x="12757705" y="6593084"/>
            <a:ext cx="4346679" cy="775959"/>
          </a:xfrm>
          <a:prstGeom prst="rect">
            <a:avLst/>
          </a:prstGeom>
        </p:spPr>
        <p:txBody>
          <a:bodyPr anchor="t" rtlCol="false" tIns="0" lIns="0" bIns="0" rIns="0">
            <a:spAutoFit/>
          </a:bodyPr>
          <a:lstStyle/>
          <a:p>
            <a:pPr algn="l" marL="0" indent="0" lvl="0">
              <a:lnSpc>
                <a:spcPts val="2116"/>
              </a:lnSpc>
            </a:pPr>
            <a:r>
              <a:rPr lang="en-US" sz="1511">
                <a:solidFill>
                  <a:srgbClr val="483529"/>
                </a:solidFill>
                <a:latin typeface="Nunito Sans"/>
                <a:ea typeface="Nunito Sans"/>
                <a:cs typeface="Nunito Sans"/>
                <a:sym typeface="Nunito Sans"/>
              </a:rPr>
              <a:t>Perang Dunia II pecah akibat fasisme dan nasionalisme ekstrem, menjadi konflik terbesar dalam sejarah umat manusia.</a:t>
            </a:r>
          </a:p>
        </p:txBody>
      </p:sp>
      <p:sp>
        <p:nvSpPr>
          <p:cNvPr name="TextBox 64" id="64"/>
          <p:cNvSpPr txBox="true"/>
          <p:nvPr/>
        </p:nvSpPr>
        <p:spPr>
          <a:xfrm rot="0">
            <a:off x="12757705" y="8314964"/>
            <a:ext cx="4346679" cy="775959"/>
          </a:xfrm>
          <a:prstGeom prst="rect">
            <a:avLst/>
          </a:prstGeom>
        </p:spPr>
        <p:txBody>
          <a:bodyPr anchor="t" rtlCol="false" tIns="0" lIns="0" bIns="0" rIns="0">
            <a:spAutoFit/>
          </a:bodyPr>
          <a:lstStyle/>
          <a:p>
            <a:pPr algn="l" marL="0" indent="0" lvl="0">
              <a:lnSpc>
                <a:spcPts val="2116"/>
              </a:lnSpc>
            </a:pPr>
            <a:r>
              <a:rPr lang="en-US" sz="1511">
                <a:solidFill>
                  <a:srgbClr val="483529"/>
                </a:solidFill>
                <a:latin typeface="Nunito Sans"/>
                <a:ea typeface="Nunito Sans"/>
                <a:cs typeface="Nunito Sans"/>
                <a:sym typeface="Nunito Sans"/>
              </a:rPr>
              <a:t>Pasca Perang Dunia II, gelombang kemerdekaan bangsa-bangsa Asia dan Afrika dimulai, mengakhiri era kolonialisme Eropa.</a:t>
            </a:r>
          </a:p>
        </p:txBody>
      </p:sp>
    </p:spTree>
  </p:cSld>
  <p:clrMapOvr>
    <a:masterClrMapping/>
  </p:clrMapOvr>
  <p:transition spd="fast">
    <p:wipe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371C08"/>
        </a:solidFill>
      </p:bgPr>
    </p:bg>
    <p:spTree>
      <p:nvGrpSpPr>
        <p:cNvPr id="1" name=""/>
        <p:cNvGrpSpPr/>
        <p:nvPr/>
      </p:nvGrpSpPr>
      <p:grpSpPr>
        <a:xfrm>
          <a:off x="0" y="0"/>
          <a:ext cx="0" cy="0"/>
          <a:chOff x="0" y="0"/>
          <a:chExt cx="0" cy="0"/>
        </a:xfrm>
      </p:grpSpPr>
      <p:grpSp>
        <p:nvGrpSpPr>
          <p:cNvPr name="Group 2" id="2"/>
          <p:cNvGrpSpPr/>
          <p:nvPr/>
        </p:nvGrpSpPr>
        <p:grpSpPr>
          <a:xfrm rot="0">
            <a:off x="518764" y="639118"/>
            <a:ext cx="17219457" cy="9064418"/>
            <a:chOff x="0" y="0"/>
            <a:chExt cx="22959275" cy="12085890"/>
          </a:xfrm>
        </p:grpSpPr>
        <p:grpSp>
          <p:nvGrpSpPr>
            <p:cNvPr name="Group 3" id="3"/>
            <p:cNvGrpSpPr/>
            <p:nvPr/>
          </p:nvGrpSpPr>
          <p:grpSpPr>
            <a:xfrm rot="0">
              <a:off x="327257" y="228600"/>
              <a:ext cx="22346115" cy="11554484"/>
              <a:chOff x="0" y="0"/>
              <a:chExt cx="4414047" cy="2282367"/>
            </a:xfrm>
          </p:grpSpPr>
          <p:sp>
            <p:nvSpPr>
              <p:cNvPr name="Freeform 4" id="4"/>
              <p:cNvSpPr/>
              <p:nvPr/>
            </p:nvSpPr>
            <p:spPr>
              <a:xfrm flipH="false" flipV="false" rot="0">
                <a:off x="0" y="0"/>
                <a:ext cx="4414047" cy="2282367"/>
              </a:xfrm>
              <a:custGeom>
                <a:avLst/>
                <a:gdLst/>
                <a:ahLst/>
                <a:cxnLst/>
                <a:rect r="r" b="b" t="t" l="l"/>
                <a:pathLst>
                  <a:path h="2282367" w="4414047">
                    <a:moveTo>
                      <a:pt x="4334629" y="0"/>
                    </a:moveTo>
                    <a:lnTo>
                      <a:pt x="79418" y="0"/>
                    </a:lnTo>
                    <a:cubicBezTo>
                      <a:pt x="79418" y="43699"/>
                      <a:pt x="44079" y="79418"/>
                      <a:pt x="0" y="79418"/>
                    </a:cubicBezTo>
                    <a:lnTo>
                      <a:pt x="0" y="2202949"/>
                    </a:lnTo>
                    <a:cubicBezTo>
                      <a:pt x="43699" y="2202949"/>
                      <a:pt x="79418" y="2238288"/>
                      <a:pt x="79418" y="2282367"/>
                    </a:cubicBezTo>
                    <a:lnTo>
                      <a:pt x="4334629" y="2282367"/>
                    </a:lnTo>
                    <a:cubicBezTo>
                      <a:pt x="4334629" y="2238668"/>
                      <a:pt x="4369968" y="2202949"/>
                      <a:pt x="4414047" y="2202949"/>
                    </a:cubicBezTo>
                    <a:lnTo>
                      <a:pt x="4414047" y="79418"/>
                    </a:lnTo>
                    <a:cubicBezTo>
                      <a:pt x="4370348" y="79418"/>
                      <a:pt x="4334629" y="44079"/>
                      <a:pt x="4334629" y="0"/>
                    </a:cubicBezTo>
                    <a:close/>
                  </a:path>
                </a:pathLst>
              </a:custGeom>
              <a:solidFill>
                <a:srgbClr val="E1D4C1"/>
              </a:solidFill>
            </p:spPr>
          </p:sp>
          <p:sp>
            <p:nvSpPr>
              <p:cNvPr name="TextBox 5" id="5"/>
              <p:cNvSpPr txBox="true"/>
              <p:nvPr/>
            </p:nvSpPr>
            <p:spPr>
              <a:xfrm>
                <a:off x="38100" y="0"/>
                <a:ext cx="4337847" cy="2244267"/>
              </a:xfrm>
              <a:prstGeom prst="rect">
                <a:avLst/>
              </a:prstGeom>
            </p:spPr>
            <p:txBody>
              <a:bodyPr anchor="ctr" rtlCol="false" tIns="50800" lIns="50800" bIns="50800" rIns="50800"/>
              <a:lstStyle/>
              <a:p>
                <a:pPr algn="ctr" marL="0" indent="0" lvl="0">
                  <a:lnSpc>
                    <a:spcPts val="2659"/>
                  </a:lnSpc>
                </a:pPr>
              </a:p>
            </p:txBody>
          </p:sp>
        </p:grpSp>
        <p:grpSp>
          <p:nvGrpSpPr>
            <p:cNvPr name="Group 6" id="6"/>
            <p:cNvGrpSpPr/>
            <p:nvPr/>
          </p:nvGrpSpPr>
          <p:grpSpPr>
            <a:xfrm rot="0">
              <a:off x="0" y="0"/>
              <a:ext cx="22959275" cy="12085890"/>
              <a:chOff x="0" y="0"/>
              <a:chExt cx="4535166" cy="2387336"/>
            </a:xfrm>
          </p:grpSpPr>
          <p:sp>
            <p:nvSpPr>
              <p:cNvPr name="Freeform 7" id="7"/>
              <p:cNvSpPr/>
              <p:nvPr/>
            </p:nvSpPr>
            <p:spPr>
              <a:xfrm flipH="false" flipV="false" rot="0">
                <a:off x="0" y="0"/>
                <a:ext cx="4535165" cy="2387336"/>
              </a:xfrm>
              <a:custGeom>
                <a:avLst/>
                <a:gdLst/>
                <a:ahLst/>
                <a:cxnLst/>
                <a:rect r="r" b="b" t="t" l="l"/>
                <a:pathLst>
                  <a:path h="2387336" w="4535165">
                    <a:moveTo>
                      <a:pt x="4455747" y="0"/>
                    </a:moveTo>
                    <a:lnTo>
                      <a:pt x="79418" y="0"/>
                    </a:lnTo>
                    <a:cubicBezTo>
                      <a:pt x="79418" y="43699"/>
                      <a:pt x="44079" y="79418"/>
                      <a:pt x="0" y="79418"/>
                    </a:cubicBezTo>
                    <a:lnTo>
                      <a:pt x="0" y="2307918"/>
                    </a:lnTo>
                    <a:cubicBezTo>
                      <a:pt x="43699" y="2307918"/>
                      <a:pt x="79418" y="2343257"/>
                      <a:pt x="79418" y="2387336"/>
                    </a:cubicBezTo>
                    <a:lnTo>
                      <a:pt x="4455747" y="2387336"/>
                    </a:lnTo>
                    <a:cubicBezTo>
                      <a:pt x="4455747" y="2343637"/>
                      <a:pt x="4491086" y="2307918"/>
                      <a:pt x="4535165" y="2307918"/>
                    </a:cubicBezTo>
                    <a:lnTo>
                      <a:pt x="4535165" y="79418"/>
                    </a:lnTo>
                    <a:cubicBezTo>
                      <a:pt x="4491466" y="79418"/>
                      <a:pt x="4455747" y="44079"/>
                      <a:pt x="4455747" y="0"/>
                    </a:cubicBezTo>
                    <a:close/>
                  </a:path>
                </a:pathLst>
              </a:custGeom>
              <a:ln w="38100" cap="sq">
                <a:solidFill>
                  <a:srgbClr val="E1D4C1"/>
                </a:solidFill>
                <a:prstDash val="solid"/>
                <a:miter/>
              </a:ln>
            </p:spPr>
          </p:sp>
          <p:sp>
            <p:nvSpPr>
              <p:cNvPr name="TextBox 8" id="8"/>
              <p:cNvSpPr txBox="true"/>
              <p:nvPr/>
            </p:nvSpPr>
            <p:spPr>
              <a:xfrm>
                <a:off x="38100" y="0"/>
                <a:ext cx="4458966" cy="2349236"/>
              </a:xfrm>
              <a:prstGeom prst="rect">
                <a:avLst/>
              </a:prstGeom>
            </p:spPr>
            <p:txBody>
              <a:bodyPr anchor="ctr" rtlCol="false" tIns="50800" lIns="50800" bIns="50800" rIns="50800"/>
              <a:lstStyle/>
              <a:p>
                <a:pPr algn="ctr" marL="0" indent="0" lvl="0">
                  <a:lnSpc>
                    <a:spcPts val="2659"/>
                  </a:lnSpc>
                </a:pPr>
              </a:p>
            </p:txBody>
          </p:sp>
        </p:grpSp>
      </p:grpSp>
      <p:grpSp>
        <p:nvGrpSpPr>
          <p:cNvPr name="Group 9" id="9"/>
          <p:cNvGrpSpPr/>
          <p:nvPr/>
        </p:nvGrpSpPr>
        <p:grpSpPr>
          <a:xfrm rot="0">
            <a:off x="341564" y="456168"/>
            <a:ext cx="354400" cy="3544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2" id="12"/>
          <p:cNvGrpSpPr/>
          <p:nvPr/>
        </p:nvGrpSpPr>
        <p:grpSpPr>
          <a:xfrm rot="0">
            <a:off x="17561021" y="456168"/>
            <a:ext cx="354400" cy="3544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5" id="15"/>
          <p:cNvGrpSpPr/>
          <p:nvPr/>
        </p:nvGrpSpPr>
        <p:grpSpPr>
          <a:xfrm rot="0">
            <a:off x="341564" y="9526336"/>
            <a:ext cx="354400" cy="35440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8" id="18"/>
          <p:cNvGrpSpPr/>
          <p:nvPr/>
        </p:nvGrpSpPr>
        <p:grpSpPr>
          <a:xfrm rot="0">
            <a:off x="17561021" y="9526336"/>
            <a:ext cx="354400" cy="35440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21" id="21"/>
          <p:cNvGrpSpPr/>
          <p:nvPr/>
        </p:nvGrpSpPr>
        <p:grpSpPr>
          <a:xfrm rot="0">
            <a:off x="1535875" y="4284475"/>
            <a:ext cx="7181558" cy="4464672"/>
            <a:chOff x="0" y="0"/>
            <a:chExt cx="2108916" cy="1311083"/>
          </a:xfrm>
        </p:grpSpPr>
        <p:sp>
          <p:nvSpPr>
            <p:cNvPr name="Freeform 22" id="22"/>
            <p:cNvSpPr/>
            <p:nvPr/>
          </p:nvSpPr>
          <p:spPr>
            <a:xfrm flipH="false" flipV="false" rot="0">
              <a:off x="0" y="0"/>
              <a:ext cx="2108916" cy="1311083"/>
            </a:xfrm>
            <a:custGeom>
              <a:avLst/>
              <a:gdLst/>
              <a:ahLst/>
              <a:cxnLst/>
              <a:rect r="r" b="b" t="t" l="l"/>
              <a:pathLst>
                <a:path h="1311083" w="2108916">
                  <a:moveTo>
                    <a:pt x="54979" y="0"/>
                  </a:moveTo>
                  <a:lnTo>
                    <a:pt x="2053937" y="0"/>
                  </a:lnTo>
                  <a:cubicBezTo>
                    <a:pt x="2084301" y="0"/>
                    <a:pt x="2108916" y="24615"/>
                    <a:pt x="2108916" y="54979"/>
                  </a:cubicBezTo>
                  <a:lnTo>
                    <a:pt x="2108916" y="1256104"/>
                  </a:lnTo>
                  <a:cubicBezTo>
                    <a:pt x="2108916" y="1270685"/>
                    <a:pt x="2103124" y="1284669"/>
                    <a:pt x="2092813" y="1294980"/>
                  </a:cubicBezTo>
                  <a:cubicBezTo>
                    <a:pt x="2082503" y="1305291"/>
                    <a:pt x="2068518" y="1311083"/>
                    <a:pt x="2053937" y="1311083"/>
                  </a:cubicBezTo>
                  <a:lnTo>
                    <a:pt x="54979" y="1311083"/>
                  </a:lnTo>
                  <a:cubicBezTo>
                    <a:pt x="40398" y="1311083"/>
                    <a:pt x="26414" y="1305291"/>
                    <a:pt x="16103" y="1294980"/>
                  </a:cubicBezTo>
                  <a:cubicBezTo>
                    <a:pt x="5792" y="1284669"/>
                    <a:pt x="0" y="1270685"/>
                    <a:pt x="0" y="1256104"/>
                  </a:cubicBezTo>
                  <a:lnTo>
                    <a:pt x="0" y="54979"/>
                  </a:lnTo>
                  <a:cubicBezTo>
                    <a:pt x="0" y="40398"/>
                    <a:pt x="5792" y="26414"/>
                    <a:pt x="16103" y="16103"/>
                  </a:cubicBezTo>
                  <a:cubicBezTo>
                    <a:pt x="26414" y="5792"/>
                    <a:pt x="40398" y="0"/>
                    <a:pt x="54979" y="0"/>
                  </a:cubicBezTo>
                  <a:close/>
                </a:path>
              </a:pathLst>
            </a:custGeom>
            <a:ln w="38100" cap="rnd">
              <a:solidFill>
                <a:srgbClr val="483529"/>
              </a:solidFill>
              <a:prstDash val="solid"/>
              <a:round/>
            </a:ln>
          </p:spPr>
        </p:sp>
        <p:sp>
          <p:nvSpPr>
            <p:cNvPr name="TextBox 23" id="23"/>
            <p:cNvSpPr txBox="true"/>
            <p:nvPr/>
          </p:nvSpPr>
          <p:spPr>
            <a:xfrm>
              <a:off x="0" y="-38100"/>
              <a:ext cx="2108916" cy="1349183"/>
            </a:xfrm>
            <a:prstGeom prst="rect">
              <a:avLst/>
            </a:prstGeom>
          </p:spPr>
          <p:txBody>
            <a:bodyPr anchor="ctr" rtlCol="false" tIns="50800" lIns="50800" bIns="50800" rIns="50800"/>
            <a:lstStyle/>
            <a:p>
              <a:pPr algn="ctr" marL="0" indent="0" lvl="0">
                <a:lnSpc>
                  <a:spcPts val="2659"/>
                </a:lnSpc>
              </a:pPr>
            </a:p>
          </p:txBody>
        </p:sp>
      </p:grpSp>
      <p:sp>
        <p:nvSpPr>
          <p:cNvPr name="Freeform 24" id="24"/>
          <p:cNvSpPr/>
          <p:nvPr/>
        </p:nvSpPr>
        <p:spPr>
          <a:xfrm flipH="false" flipV="false" rot="0">
            <a:off x="9128492" y="6429749"/>
            <a:ext cx="5346526" cy="503465"/>
          </a:xfrm>
          <a:custGeom>
            <a:avLst/>
            <a:gdLst/>
            <a:ahLst/>
            <a:cxnLst/>
            <a:rect r="r" b="b" t="t" l="l"/>
            <a:pathLst>
              <a:path h="503465" w="5346526">
                <a:moveTo>
                  <a:pt x="0" y="0"/>
                </a:moveTo>
                <a:lnTo>
                  <a:pt x="5346526" y="0"/>
                </a:lnTo>
                <a:lnTo>
                  <a:pt x="5346526" y="503465"/>
                </a:lnTo>
                <a:lnTo>
                  <a:pt x="0" y="503465"/>
                </a:lnTo>
                <a:lnTo>
                  <a:pt x="0" y="0"/>
                </a:lnTo>
                <a:close/>
              </a:path>
            </a:pathLst>
          </a:custGeom>
          <a:blipFill>
            <a:blip r:embed="rId2"/>
            <a:stretch>
              <a:fillRect l="0" t="0" r="0" b="0"/>
            </a:stretch>
          </a:blipFill>
        </p:spPr>
      </p:sp>
      <p:grpSp>
        <p:nvGrpSpPr>
          <p:cNvPr name="Group 25" id="25"/>
          <p:cNvGrpSpPr>
            <a:grpSpLocks noChangeAspect="true"/>
          </p:cNvGrpSpPr>
          <p:nvPr/>
        </p:nvGrpSpPr>
        <p:grpSpPr>
          <a:xfrm rot="0">
            <a:off x="9521414" y="2848785"/>
            <a:ext cx="4616591" cy="3668026"/>
            <a:chOff x="0" y="0"/>
            <a:chExt cx="3901440" cy="3099816"/>
          </a:xfrm>
        </p:grpSpPr>
        <p:sp>
          <p:nvSpPr>
            <p:cNvPr name="Freeform 26" id="26"/>
            <p:cNvSpPr/>
            <p:nvPr/>
          </p:nvSpPr>
          <p:spPr>
            <a:xfrm flipH="false" flipV="false" rot="0">
              <a:off x="127000" y="190500"/>
              <a:ext cx="3657600" cy="2413000"/>
            </a:xfrm>
            <a:custGeom>
              <a:avLst/>
              <a:gdLst/>
              <a:ahLst/>
              <a:cxnLst/>
              <a:rect r="r" b="b" t="t" l="l"/>
              <a:pathLst>
                <a:path h="2413000" w="3657600">
                  <a:moveTo>
                    <a:pt x="3657600" y="2413000"/>
                  </a:moveTo>
                  <a:lnTo>
                    <a:pt x="0" y="2413000"/>
                  </a:lnTo>
                  <a:lnTo>
                    <a:pt x="0" y="0"/>
                  </a:lnTo>
                  <a:lnTo>
                    <a:pt x="3657600" y="0"/>
                  </a:lnTo>
                  <a:lnTo>
                    <a:pt x="3657600" y="2413000"/>
                  </a:lnTo>
                  <a:close/>
                </a:path>
              </a:pathLst>
            </a:custGeom>
            <a:blipFill>
              <a:blip r:embed="rId3"/>
              <a:stretch>
                <a:fillRect l="-168" t="0" r="-168" b="0"/>
              </a:stretch>
            </a:blipFill>
          </p:spPr>
        </p:sp>
        <p:sp>
          <p:nvSpPr>
            <p:cNvPr name="Freeform 27" id="27"/>
            <p:cNvSpPr/>
            <p:nvPr/>
          </p:nvSpPr>
          <p:spPr>
            <a:xfrm flipH="false" flipV="false" rot="0">
              <a:off x="0" y="0"/>
              <a:ext cx="3901440" cy="3099816"/>
            </a:xfrm>
            <a:custGeom>
              <a:avLst/>
              <a:gdLst/>
              <a:ahLst/>
              <a:cxnLst/>
              <a:rect r="r" b="b" t="t" l="l"/>
              <a:pathLst>
                <a:path h="3099816" w="3901440">
                  <a:moveTo>
                    <a:pt x="3901440" y="3099816"/>
                  </a:moveTo>
                  <a:lnTo>
                    <a:pt x="0" y="3099816"/>
                  </a:lnTo>
                  <a:lnTo>
                    <a:pt x="0" y="0"/>
                  </a:lnTo>
                  <a:lnTo>
                    <a:pt x="3901440" y="0"/>
                  </a:lnTo>
                  <a:lnTo>
                    <a:pt x="3901440" y="3099816"/>
                  </a:lnTo>
                  <a:close/>
                </a:path>
              </a:pathLst>
            </a:custGeom>
            <a:blipFill>
              <a:blip r:embed="rId4"/>
              <a:stretch>
                <a:fillRect l="0" t="-29" r="0" b="-29"/>
              </a:stretch>
            </a:blipFill>
          </p:spPr>
        </p:sp>
      </p:grpSp>
      <p:grpSp>
        <p:nvGrpSpPr>
          <p:cNvPr name="Group 28" id="28"/>
          <p:cNvGrpSpPr>
            <a:grpSpLocks noChangeAspect="true"/>
          </p:cNvGrpSpPr>
          <p:nvPr/>
        </p:nvGrpSpPr>
        <p:grpSpPr>
          <a:xfrm rot="0">
            <a:off x="13791792" y="4682798"/>
            <a:ext cx="2879211" cy="4066349"/>
            <a:chOff x="0" y="0"/>
            <a:chExt cx="3267456" cy="4614672"/>
          </a:xfrm>
        </p:grpSpPr>
        <p:sp>
          <p:nvSpPr>
            <p:cNvPr name="Freeform 29" id="29"/>
            <p:cNvSpPr/>
            <p:nvPr/>
          </p:nvSpPr>
          <p:spPr>
            <a:xfrm flipH="false" flipV="false" rot="0">
              <a:off x="0" y="0"/>
              <a:ext cx="3267456" cy="4618736"/>
            </a:xfrm>
            <a:custGeom>
              <a:avLst/>
              <a:gdLst/>
              <a:ahLst/>
              <a:cxnLst/>
              <a:rect r="r" b="b" t="t" l="l"/>
              <a:pathLst>
                <a:path h="4618736" w="3267456">
                  <a:moveTo>
                    <a:pt x="3267456" y="4618736"/>
                  </a:moveTo>
                  <a:lnTo>
                    <a:pt x="0" y="4618736"/>
                  </a:lnTo>
                  <a:lnTo>
                    <a:pt x="0" y="0"/>
                  </a:lnTo>
                  <a:lnTo>
                    <a:pt x="3267456" y="0"/>
                  </a:lnTo>
                  <a:lnTo>
                    <a:pt x="3267456" y="4618736"/>
                  </a:lnTo>
                  <a:close/>
                </a:path>
              </a:pathLst>
            </a:custGeom>
            <a:blipFill>
              <a:blip r:embed="rId5"/>
              <a:stretch>
                <a:fillRect l="-4" t="0" r="-4" b="0"/>
              </a:stretch>
            </a:blipFill>
          </p:spPr>
        </p:sp>
        <p:sp>
          <p:nvSpPr>
            <p:cNvPr name="Freeform 30" id="30"/>
            <p:cNvSpPr/>
            <p:nvPr/>
          </p:nvSpPr>
          <p:spPr>
            <a:xfrm flipH="false" flipV="false" rot="0">
              <a:off x="56770" y="48203"/>
              <a:ext cx="3142190" cy="3592604"/>
            </a:xfrm>
            <a:custGeom>
              <a:avLst/>
              <a:gdLst/>
              <a:ahLst/>
              <a:cxnLst/>
              <a:rect r="r" b="b" t="t" l="l"/>
              <a:pathLst>
                <a:path h="3592604" w="3142190">
                  <a:moveTo>
                    <a:pt x="3142190" y="35325"/>
                  </a:moveTo>
                  <a:lnTo>
                    <a:pt x="3106219" y="3592604"/>
                  </a:lnTo>
                  <a:lnTo>
                    <a:pt x="0" y="3558211"/>
                  </a:lnTo>
                  <a:lnTo>
                    <a:pt x="28183" y="0"/>
                  </a:lnTo>
                  <a:lnTo>
                    <a:pt x="3142190" y="35325"/>
                  </a:lnTo>
                  <a:close/>
                </a:path>
              </a:pathLst>
            </a:custGeom>
            <a:blipFill>
              <a:blip r:embed="rId6"/>
              <a:stretch>
                <a:fillRect l="0" t="-338" r="0" b="-338"/>
              </a:stretch>
            </a:blipFill>
          </p:spPr>
        </p:sp>
      </p:grpSp>
      <p:sp>
        <p:nvSpPr>
          <p:cNvPr name="Freeform 31" id="31"/>
          <p:cNvSpPr/>
          <p:nvPr/>
        </p:nvSpPr>
        <p:spPr>
          <a:xfrm flipH="false" flipV="false" rot="0">
            <a:off x="13463065" y="8749147"/>
            <a:ext cx="3291021" cy="309904"/>
          </a:xfrm>
          <a:custGeom>
            <a:avLst/>
            <a:gdLst/>
            <a:ahLst/>
            <a:cxnLst/>
            <a:rect r="r" b="b" t="t" l="l"/>
            <a:pathLst>
              <a:path h="309904" w="3291021">
                <a:moveTo>
                  <a:pt x="0" y="0"/>
                </a:moveTo>
                <a:lnTo>
                  <a:pt x="3291020" y="0"/>
                </a:lnTo>
                <a:lnTo>
                  <a:pt x="3291020" y="309905"/>
                </a:lnTo>
                <a:lnTo>
                  <a:pt x="0" y="309905"/>
                </a:lnTo>
                <a:lnTo>
                  <a:pt x="0" y="0"/>
                </a:lnTo>
                <a:close/>
              </a:path>
            </a:pathLst>
          </a:custGeom>
          <a:blipFill>
            <a:blip r:embed="rId2"/>
            <a:stretch>
              <a:fillRect l="0" t="0" r="0" b="0"/>
            </a:stretch>
          </a:blipFill>
        </p:spPr>
      </p:sp>
      <p:sp>
        <p:nvSpPr>
          <p:cNvPr name="Freeform 32" id="32"/>
          <p:cNvSpPr/>
          <p:nvPr/>
        </p:nvSpPr>
        <p:spPr>
          <a:xfrm flipH="false" flipV="false" rot="0">
            <a:off x="11484861" y="1416669"/>
            <a:ext cx="727943" cy="2637010"/>
          </a:xfrm>
          <a:custGeom>
            <a:avLst/>
            <a:gdLst/>
            <a:ahLst/>
            <a:cxnLst/>
            <a:rect r="r" b="b" t="t" l="l"/>
            <a:pathLst>
              <a:path h="2637010" w="727943">
                <a:moveTo>
                  <a:pt x="0" y="0"/>
                </a:moveTo>
                <a:lnTo>
                  <a:pt x="727944" y="0"/>
                </a:lnTo>
                <a:lnTo>
                  <a:pt x="727944" y="2637009"/>
                </a:lnTo>
                <a:lnTo>
                  <a:pt x="0" y="2637009"/>
                </a:lnTo>
                <a:lnTo>
                  <a:pt x="0" y="0"/>
                </a:lnTo>
                <a:close/>
              </a:path>
            </a:pathLst>
          </a:custGeom>
          <a:blipFill>
            <a:blip r:embed="rId7"/>
            <a:stretch>
              <a:fillRect l="0" t="0" r="0" b="0"/>
            </a:stretch>
          </a:blipFill>
        </p:spPr>
      </p:sp>
      <p:sp>
        <p:nvSpPr>
          <p:cNvPr name="TextBox 33" id="33"/>
          <p:cNvSpPr txBox="true"/>
          <p:nvPr/>
        </p:nvSpPr>
        <p:spPr>
          <a:xfrm rot="0">
            <a:off x="1535875" y="2895767"/>
            <a:ext cx="9874291" cy="939717"/>
          </a:xfrm>
          <a:prstGeom prst="rect">
            <a:avLst/>
          </a:prstGeom>
        </p:spPr>
        <p:txBody>
          <a:bodyPr anchor="t" rtlCol="false" tIns="0" lIns="0" bIns="0" rIns="0">
            <a:spAutoFit/>
          </a:bodyPr>
          <a:lstStyle/>
          <a:p>
            <a:pPr algn="l" marL="0" indent="0" lvl="0">
              <a:lnSpc>
                <a:spcPts val="7194"/>
              </a:lnSpc>
            </a:pPr>
            <a:r>
              <a:rPr lang="en-US" sz="6661">
                <a:solidFill>
                  <a:srgbClr val="483529"/>
                </a:solidFill>
                <a:latin typeface="Drunken Hour"/>
                <a:ea typeface="Drunken Hour"/>
                <a:cs typeface="Drunken Hour"/>
                <a:sym typeface="Drunken Hour"/>
              </a:rPr>
              <a:t>BANGUNAN BERSEJARAH</a:t>
            </a:r>
          </a:p>
        </p:txBody>
      </p:sp>
      <p:sp>
        <p:nvSpPr>
          <p:cNvPr name="TextBox 34" id="34"/>
          <p:cNvSpPr txBox="true"/>
          <p:nvPr/>
        </p:nvSpPr>
        <p:spPr>
          <a:xfrm rot="0">
            <a:off x="1535875" y="1159344"/>
            <a:ext cx="2399176" cy="497893"/>
          </a:xfrm>
          <a:prstGeom prst="rect">
            <a:avLst/>
          </a:prstGeom>
        </p:spPr>
        <p:txBody>
          <a:bodyPr anchor="t" rtlCol="false" tIns="0" lIns="0" bIns="0" rIns="0">
            <a:spAutoFit/>
          </a:bodyPr>
          <a:lstStyle/>
          <a:p>
            <a:pPr algn="l" marL="0" indent="0" lvl="0">
              <a:lnSpc>
                <a:spcPts val="4057"/>
              </a:lnSpc>
              <a:spcBef>
                <a:spcPct val="0"/>
              </a:spcBef>
            </a:pPr>
            <a:r>
              <a:rPr lang="en-US" sz="2897">
                <a:solidFill>
                  <a:srgbClr val="483529"/>
                </a:solidFill>
                <a:latin typeface="Glacial Indifference"/>
                <a:ea typeface="Glacial Indifference"/>
                <a:cs typeface="Glacial Indifference"/>
                <a:sym typeface="Glacial Indifference"/>
              </a:rPr>
              <a:t>Sejarah</a:t>
            </a:r>
          </a:p>
        </p:txBody>
      </p:sp>
      <p:sp>
        <p:nvSpPr>
          <p:cNvPr name="TextBox 35" id="35"/>
          <p:cNvSpPr txBox="true"/>
          <p:nvPr/>
        </p:nvSpPr>
        <p:spPr>
          <a:xfrm rot="0">
            <a:off x="7928904" y="1159344"/>
            <a:ext cx="2399176" cy="497893"/>
          </a:xfrm>
          <a:prstGeom prst="rect">
            <a:avLst/>
          </a:prstGeom>
        </p:spPr>
        <p:txBody>
          <a:bodyPr anchor="t" rtlCol="false" tIns="0" lIns="0" bIns="0" rIns="0">
            <a:spAutoFit/>
          </a:bodyPr>
          <a:lstStyle/>
          <a:p>
            <a:pPr algn="ctr" marL="0" indent="0" lvl="0">
              <a:lnSpc>
                <a:spcPts val="4057"/>
              </a:lnSpc>
              <a:spcBef>
                <a:spcPct val="0"/>
              </a:spcBef>
            </a:pPr>
            <a:r>
              <a:rPr lang="en-US" sz="2897">
                <a:solidFill>
                  <a:srgbClr val="483529"/>
                </a:solidFill>
                <a:latin typeface="Glacial Indifference"/>
                <a:ea typeface="Glacial Indifference"/>
                <a:cs typeface="Glacial Indifference"/>
                <a:sym typeface="Glacial Indifference"/>
              </a:rPr>
              <a:t>Dunia</a:t>
            </a:r>
          </a:p>
        </p:txBody>
      </p:sp>
      <p:sp>
        <p:nvSpPr>
          <p:cNvPr name="TextBox 36" id="36"/>
          <p:cNvSpPr txBox="true"/>
          <p:nvPr/>
        </p:nvSpPr>
        <p:spPr>
          <a:xfrm rot="0">
            <a:off x="13584247" y="1159344"/>
            <a:ext cx="3086756" cy="497893"/>
          </a:xfrm>
          <a:prstGeom prst="rect">
            <a:avLst/>
          </a:prstGeom>
        </p:spPr>
        <p:txBody>
          <a:bodyPr anchor="t" rtlCol="false" tIns="0" lIns="0" bIns="0" rIns="0">
            <a:spAutoFit/>
          </a:bodyPr>
          <a:lstStyle/>
          <a:p>
            <a:pPr algn="r" marL="0" indent="0" lvl="0">
              <a:lnSpc>
                <a:spcPts val="4057"/>
              </a:lnSpc>
              <a:spcBef>
                <a:spcPct val="0"/>
              </a:spcBef>
            </a:pPr>
            <a:r>
              <a:rPr lang="en-US" sz="2897">
                <a:solidFill>
                  <a:srgbClr val="483529"/>
                </a:solidFill>
                <a:latin typeface="Glacial Indifference"/>
                <a:ea typeface="Glacial Indifference"/>
                <a:cs typeface="Glacial Indifference"/>
                <a:sym typeface="Glacial Indifference"/>
              </a:rPr>
              <a:t>Presentasi</a:t>
            </a:r>
          </a:p>
        </p:txBody>
      </p:sp>
      <p:sp>
        <p:nvSpPr>
          <p:cNvPr name="TextBox 37" id="37"/>
          <p:cNvSpPr txBox="true"/>
          <p:nvPr/>
        </p:nvSpPr>
        <p:spPr>
          <a:xfrm rot="0">
            <a:off x="1860191" y="4762630"/>
            <a:ext cx="7181558" cy="396126"/>
          </a:xfrm>
          <a:prstGeom prst="rect">
            <a:avLst/>
          </a:prstGeom>
        </p:spPr>
        <p:txBody>
          <a:bodyPr anchor="t" rtlCol="false" tIns="0" lIns="0" bIns="0" rIns="0">
            <a:spAutoFit/>
          </a:bodyPr>
          <a:lstStyle/>
          <a:p>
            <a:pPr algn="l" marL="0" indent="0" lvl="0">
              <a:lnSpc>
                <a:spcPts val="3338"/>
              </a:lnSpc>
              <a:spcBef>
                <a:spcPct val="0"/>
              </a:spcBef>
            </a:pPr>
            <a:r>
              <a:rPr lang="en-US" b="true" sz="2384" i="true">
                <a:solidFill>
                  <a:srgbClr val="483529"/>
                </a:solidFill>
                <a:latin typeface="Nunito Sans Bold Italics"/>
                <a:ea typeface="Nunito Sans Bold Italics"/>
                <a:cs typeface="Nunito Sans Bold Italics"/>
                <a:sym typeface="Nunito Sans Bold Italics"/>
              </a:rPr>
              <a:t>Parthenon, Taj Mahal &amp; Machu Picchu</a:t>
            </a:r>
          </a:p>
        </p:txBody>
      </p:sp>
      <p:sp>
        <p:nvSpPr>
          <p:cNvPr name="TextBox 38" id="38"/>
          <p:cNvSpPr txBox="true"/>
          <p:nvPr/>
        </p:nvSpPr>
        <p:spPr>
          <a:xfrm rot="0">
            <a:off x="1860191" y="5443395"/>
            <a:ext cx="6519044" cy="2873226"/>
          </a:xfrm>
          <a:prstGeom prst="rect">
            <a:avLst/>
          </a:prstGeom>
        </p:spPr>
        <p:txBody>
          <a:bodyPr anchor="t" rtlCol="false" tIns="0" lIns="0" bIns="0" rIns="0">
            <a:spAutoFit/>
          </a:bodyPr>
          <a:lstStyle/>
          <a:p>
            <a:pPr algn="l" marL="0" indent="0" lvl="0">
              <a:lnSpc>
                <a:spcPts val="2543"/>
              </a:lnSpc>
            </a:pPr>
            <a:r>
              <a:rPr lang="en-US" sz="1816">
                <a:solidFill>
                  <a:srgbClr val="483529"/>
                </a:solidFill>
                <a:latin typeface="Nunito Sans"/>
                <a:ea typeface="Nunito Sans"/>
                <a:cs typeface="Nunito Sans"/>
                <a:sym typeface="Nunito Sans"/>
              </a:rPr>
              <a:t>Parthenon di Athena, Yunani, dibangun sekitar 447 SM sebagai kuil dewi Athena, melambangkan kejayaan peradaban Yunani Kuno.</a:t>
            </a:r>
          </a:p>
          <a:p>
            <a:pPr algn="l" marL="0" indent="0" lvl="0">
              <a:lnSpc>
                <a:spcPts val="2543"/>
              </a:lnSpc>
            </a:pPr>
            <a:r>
              <a:rPr lang="en-US" sz="1816">
                <a:solidFill>
                  <a:srgbClr val="483529"/>
                </a:solidFill>
                <a:latin typeface="Nunito Sans"/>
                <a:ea typeface="Nunito Sans"/>
                <a:cs typeface="Nunito Sans"/>
                <a:sym typeface="Nunito Sans"/>
              </a:rPr>
              <a:t>Taj Mahal di Agra, India, dibangun oleh Kaisar Mughal Shah Jahan pada abad ke-17 sebagai monumen cinta abadi, terkenal dengan arsitektur marmer putihnya yang megah.</a:t>
            </a:r>
          </a:p>
          <a:p>
            <a:pPr algn="l" marL="0" indent="0" lvl="0">
              <a:lnSpc>
                <a:spcPts val="2543"/>
              </a:lnSpc>
            </a:pPr>
            <a:r>
              <a:rPr lang="en-US" sz="1816">
                <a:solidFill>
                  <a:srgbClr val="483529"/>
                </a:solidFill>
                <a:latin typeface="Nunito Sans"/>
                <a:ea typeface="Nunito Sans"/>
                <a:cs typeface="Nunito Sans"/>
                <a:sym typeface="Nunito Sans"/>
              </a:rPr>
              <a:t>Machu Picchu di Peru, dibangun oleh peradaban Inca sekitar abad ke-15, merupakan kota kuno yang tersembunyi di pegunungan Andes.</a:t>
            </a:r>
          </a:p>
        </p:txBody>
      </p:sp>
      <p:sp>
        <p:nvSpPr>
          <p:cNvPr name="Freeform 39" id="39"/>
          <p:cNvSpPr/>
          <p:nvPr/>
        </p:nvSpPr>
        <p:spPr>
          <a:xfrm flipH="false" flipV="false" rot="0">
            <a:off x="14850983" y="3360955"/>
            <a:ext cx="727919" cy="2618485"/>
          </a:xfrm>
          <a:custGeom>
            <a:avLst/>
            <a:gdLst/>
            <a:ahLst/>
            <a:cxnLst/>
            <a:rect r="r" b="b" t="t" l="l"/>
            <a:pathLst>
              <a:path h="2618485" w="727919">
                <a:moveTo>
                  <a:pt x="0" y="0"/>
                </a:moveTo>
                <a:lnTo>
                  <a:pt x="727919" y="0"/>
                </a:lnTo>
                <a:lnTo>
                  <a:pt x="727919" y="2618485"/>
                </a:lnTo>
                <a:lnTo>
                  <a:pt x="0" y="2618485"/>
                </a:lnTo>
                <a:lnTo>
                  <a:pt x="0" y="0"/>
                </a:lnTo>
                <a:close/>
              </a:path>
            </a:pathLst>
          </a:custGeom>
          <a:blipFill>
            <a:blip r:embed="rId8"/>
            <a:stretch>
              <a:fillRect l="0" t="0" r="0" b="0"/>
            </a:stretch>
          </a:blipFill>
        </p:spPr>
      </p:sp>
    </p:spTree>
  </p:cSld>
  <p:clrMapOvr>
    <a:masterClrMapping/>
  </p:clrMapOvr>
  <p:transition spd="fast">
    <p:wipe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371C08"/>
        </a:solidFill>
      </p:bgPr>
    </p:bg>
    <p:spTree>
      <p:nvGrpSpPr>
        <p:cNvPr id="1" name=""/>
        <p:cNvGrpSpPr/>
        <p:nvPr/>
      </p:nvGrpSpPr>
      <p:grpSpPr>
        <a:xfrm>
          <a:off x="0" y="0"/>
          <a:ext cx="0" cy="0"/>
          <a:chOff x="0" y="0"/>
          <a:chExt cx="0" cy="0"/>
        </a:xfrm>
      </p:grpSpPr>
      <p:grpSp>
        <p:nvGrpSpPr>
          <p:cNvPr name="Group 2" id="2"/>
          <p:cNvGrpSpPr/>
          <p:nvPr/>
        </p:nvGrpSpPr>
        <p:grpSpPr>
          <a:xfrm rot="0">
            <a:off x="518764" y="639118"/>
            <a:ext cx="17219457" cy="9064418"/>
            <a:chOff x="0" y="0"/>
            <a:chExt cx="22959275" cy="12085890"/>
          </a:xfrm>
        </p:grpSpPr>
        <p:grpSp>
          <p:nvGrpSpPr>
            <p:cNvPr name="Group 3" id="3"/>
            <p:cNvGrpSpPr/>
            <p:nvPr/>
          </p:nvGrpSpPr>
          <p:grpSpPr>
            <a:xfrm rot="0">
              <a:off x="327257" y="228600"/>
              <a:ext cx="22346115" cy="11554484"/>
              <a:chOff x="0" y="0"/>
              <a:chExt cx="4414047" cy="2282367"/>
            </a:xfrm>
          </p:grpSpPr>
          <p:sp>
            <p:nvSpPr>
              <p:cNvPr name="Freeform 4" id="4"/>
              <p:cNvSpPr/>
              <p:nvPr/>
            </p:nvSpPr>
            <p:spPr>
              <a:xfrm flipH="false" flipV="false" rot="0">
                <a:off x="0" y="0"/>
                <a:ext cx="4414047" cy="2282367"/>
              </a:xfrm>
              <a:custGeom>
                <a:avLst/>
                <a:gdLst/>
                <a:ahLst/>
                <a:cxnLst/>
                <a:rect r="r" b="b" t="t" l="l"/>
                <a:pathLst>
                  <a:path h="2282367" w="4414047">
                    <a:moveTo>
                      <a:pt x="4334629" y="0"/>
                    </a:moveTo>
                    <a:lnTo>
                      <a:pt x="79418" y="0"/>
                    </a:lnTo>
                    <a:cubicBezTo>
                      <a:pt x="79418" y="43699"/>
                      <a:pt x="44079" y="79418"/>
                      <a:pt x="0" y="79418"/>
                    </a:cubicBezTo>
                    <a:lnTo>
                      <a:pt x="0" y="2202949"/>
                    </a:lnTo>
                    <a:cubicBezTo>
                      <a:pt x="43699" y="2202949"/>
                      <a:pt x="79418" y="2238288"/>
                      <a:pt x="79418" y="2282367"/>
                    </a:cubicBezTo>
                    <a:lnTo>
                      <a:pt x="4334629" y="2282367"/>
                    </a:lnTo>
                    <a:cubicBezTo>
                      <a:pt x="4334629" y="2238668"/>
                      <a:pt x="4369968" y="2202949"/>
                      <a:pt x="4414047" y="2202949"/>
                    </a:cubicBezTo>
                    <a:lnTo>
                      <a:pt x="4414047" y="79418"/>
                    </a:lnTo>
                    <a:cubicBezTo>
                      <a:pt x="4370348" y="79418"/>
                      <a:pt x="4334629" y="44079"/>
                      <a:pt x="4334629" y="0"/>
                    </a:cubicBezTo>
                    <a:close/>
                  </a:path>
                </a:pathLst>
              </a:custGeom>
              <a:solidFill>
                <a:srgbClr val="E1D4C1"/>
              </a:solidFill>
            </p:spPr>
          </p:sp>
          <p:sp>
            <p:nvSpPr>
              <p:cNvPr name="TextBox 5" id="5"/>
              <p:cNvSpPr txBox="true"/>
              <p:nvPr/>
            </p:nvSpPr>
            <p:spPr>
              <a:xfrm>
                <a:off x="38100" y="0"/>
                <a:ext cx="4337847" cy="2244267"/>
              </a:xfrm>
              <a:prstGeom prst="rect">
                <a:avLst/>
              </a:prstGeom>
            </p:spPr>
            <p:txBody>
              <a:bodyPr anchor="ctr" rtlCol="false" tIns="50800" lIns="50800" bIns="50800" rIns="50800"/>
              <a:lstStyle/>
              <a:p>
                <a:pPr algn="ctr" marL="0" indent="0" lvl="0">
                  <a:lnSpc>
                    <a:spcPts val="2659"/>
                  </a:lnSpc>
                </a:pPr>
              </a:p>
            </p:txBody>
          </p:sp>
        </p:grpSp>
        <p:grpSp>
          <p:nvGrpSpPr>
            <p:cNvPr name="Group 6" id="6"/>
            <p:cNvGrpSpPr/>
            <p:nvPr/>
          </p:nvGrpSpPr>
          <p:grpSpPr>
            <a:xfrm rot="0">
              <a:off x="0" y="0"/>
              <a:ext cx="22959275" cy="12085890"/>
              <a:chOff x="0" y="0"/>
              <a:chExt cx="4535166" cy="2387336"/>
            </a:xfrm>
          </p:grpSpPr>
          <p:sp>
            <p:nvSpPr>
              <p:cNvPr name="Freeform 7" id="7"/>
              <p:cNvSpPr/>
              <p:nvPr/>
            </p:nvSpPr>
            <p:spPr>
              <a:xfrm flipH="false" flipV="false" rot="0">
                <a:off x="0" y="0"/>
                <a:ext cx="4535165" cy="2387336"/>
              </a:xfrm>
              <a:custGeom>
                <a:avLst/>
                <a:gdLst/>
                <a:ahLst/>
                <a:cxnLst/>
                <a:rect r="r" b="b" t="t" l="l"/>
                <a:pathLst>
                  <a:path h="2387336" w="4535165">
                    <a:moveTo>
                      <a:pt x="4455747" y="0"/>
                    </a:moveTo>
                    <a:lnTo>
                      <a:pt x="79418" y="0"/>
                    </a:lnTo>
                    <a:cubicBezTo>
                      <a:pt x="79418" y="43699"/>
                      <a:pt x="44079" y="79418"/>
                      <a:pt x="0" y="79418"/>
                    </a:cubicBezTo>
                    <a:lnTo>
                      <a:pt x="0" y="2307918"/>
                    </a:lnTo>
                    <a:cubicBezTo>
                      <a:pt x="43699" y="2307918"/>
                      <a:pt x="79418" y="2343257"/>
                      <a:pt x="79418" y="2387336"/>
                    </a:cubicBezTo>
                    <a:lnTo>
                      <a:pt x="4455747" y="2387336"/>
                    </a:lnTo>
                    <a:cubicBezTo>
                      <a:pt x="4455747" y="2343637"/>
                      <a:pt x="4491086" y="2307918"/>
                      <a:pt x="4535165" y="2307918"/>
                    </a:cubicBezTo>
                    <a:lnTo>
                      <a:pt x="4535165" y="79418"/>
                    </a:lnTo>
                    <a:cubicBezTo>
                      <a:pt x="4491466" y="79418"/>
                      <a:pt x="4455747" y="44079"/>
                      <a:pt x="4455747" y="0"/>
                    </a:cubicBezTo>
                    <a:close/>
                  </a:path>
                </a:pathLst>
              </a:custGeom>
              <a:ln w="38100" cap="sq">
                <a:solidFill>
                  <a:srgbClr val="E1D4C1"/>
                </a:solidFill>
                <a:prstDash val="solid"/>
                <a:miter/>
              </a:ln>
            </p:spPr>
          </p:sp>
          <p:sp>
            <p:nvSpPr>
              <p:cNvPr name="TextBox 8" id="8"/>
              <p:cNvSpPr txBox="true"/>
              <p:nvPr/>
            </p:nvSpPr>
            <p:spPr>
              <a:xfrm>
                <a:off x="38100" y="0"/>
                <a:ext cx="4458966" cy="2349236"/>
              </a:xfrm>
              <a:prstGeom prst="rect">
                <a:avLst/>
              </a:prstGeom>
            </p:spPr>
            <p:txBody>
              <a:bodyPr anchor="ctr" rtlCol="false" tIns="50800" lIns="50800" bIns="50800" rIns="50800"/>
              <a:lstStyle/>
              <a:p>
                <a:pPr algn="ctr" marL="0" indent="0" lvl="0">
                  <a:lnSpc>
                    <a:spcPts val="2659"/>
                  </a:lnSpc>
                </a:pPr>
              </a:p>
            </p:txBody>
          </p:sp>
        </p:grpSp>
      </p:grpSp>
      <p:grpSp>
        <p:nvGrpSpPr>
          <p:cNvPr name="Group 9" id="9"/>
          <p:cNvGrpSpPr/>
          <p:nvPr/>
        </p:nvGrpSpPr>
        <p:grpSpPr>
          <a:xfrm rot="0">
            <a:off x="341564" y="456168"/>
            <a:ext cx="354400" cy="354400"/>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1" id="11"/>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2" id="12"/>
          <p:cNvGrpSpPr/>
          <p:nvPr/>
        </p:nvGrpSpPr>
        <p:grpSpPr>
          <a:xfrm rot="0">
            <a:off x="17561021" y="456168"/>
            <a:ext cx="354400" cy="354400"/>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4" id="14"/>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5" id="15"/>
          <p:cNvGrpSpPr/>
          <p:nvPr/>
        </p:nvGrpSpPr>
        <p:grpSpPr>
          <a:xfrm rot="0">
            <a:off x="341564" y="9526336"/>
            <a:ext cx="354400" cy="35440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7" id="17"/>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8" id="18"/>
          <p:cNvGrpSpPr/>
          <p:nvPr/>
        </p:nvGrpSpPr>
        <p:grpSpPr>
          <a:xfrm rot="0">
            <a:off x="17561021" y="9526336"/>
            <a:ext cx="354400" cy="354400"/>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20" id="20"/>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TextBox 21" id="21"/>
          <p:cNvSpPr txBox="true"/>
          <p:nvPr/>
        </p:nvSpPr>
        <p:spPr>
          <a:xfrm rot="0">
            <a:off x="6796712" y="2734648"/>
            <a:ext cx="9874291" cy="1109566"/>
          </a:xfrm>
          <a:prstGeom prst="rect">
            <a:avLst/>
          </a:prstGeom>
        </p:spPr>
        <p:txBody>
          <a:bodyPr anchor="t" rtlCol="false" tIns="0" lIns="0" bIns="0" rIns="0">
            <a:spAutoFit/>
          </a:bodyPr>
          <a:lstStyle/>
          <a:p>
            <a:pPr algn="r" marL="0" indent="0" lvl="0">
              <a:lnSpc>
                <a:spcPts val="8430"/>
              </a:lnSpc>
            </a:pPr>
            <a:r>
              <a:rPr lang="en-US" sz="7806">
                <a:solidFill>
                  <a:srgbClr val="483529"/>
                </a:solidFill>
                <a:latin typeface="Drunken Hour"/>
                <a:ea typeface="Drunken Hour"/>
                <a:cs typeface="Drunken Hour"/>
                <a:sym typeface="Drunken Hour"/>
              </a:rPr>
              <a:t>PELAJARAN SEJARAH</a:t>
            </a:r>
          </a:p>
        </p:txBody>
      </p:sp>
      <p:sp>
        <p:nvSpPr>
          <p:cNvPr name="TextBox 22" id="22"/>
          <p:cNvSpPr txBox="true"/>
          <p:nvPr/>
        </p:nvSpPr>
        <p:spPr>
          <a:xfrm rot="0">
            <a:off x="7878798" y="3787147"/>
            <a:ext cx="8792205" cy="431658"/>
          </a:xfrm>
          <a:prstGeom prst="rect">
            <a:avLst/>
          </a:prstGeom>
        </p:spPr>
        <p:txBody>
          <a:bodyPr anchor="t" rtlCol="false" tIns="0" lIns="0" bIns="0" rIns="0">
            <a:spAutoFit/>
          </a:bodyPr>
          <a:lstStyle/>
          <a:p>
            <a:pPr algn="r" marL="0" indent="0" lvl="0">
              <a:lnSpc>
                <a:spcPts val="3507"/>
              </a:lnSpc>
              <a:spcBef>
                <a:spcPct val="0"/>
              </a:spcBef>
            </a:pPr>
            <a:r>
              <a:rPr lang="en-US" sz="2505" i="true">
                <a:solidFill>
                  <a:srgbClr val="483529"/>
                </a:solidFill>
                <a:latin typeface="Nunito Sans Italics"/>
                <a:ea typeface="Nunito Sans Italics"/>
                <a:cs typeface="Nunito Sans Italics"/>
                <a:sym typeface="Nunito Sans Italics"/>
              </a:rPr>
              <a:t>Persatuan, Inovasi, dan Kemanusiaan dalam Sejarah Dunia</a:t>
            </a:r>
          </a:p>
        </p:txBody>
      </p:sp>
      <p:grpSp>
        <p:nvGrpSpPr>
          <p:cNvPr name="Group 23" id="23"/>
          <p:cNvGrpSpPr/>
          <p:nvPr/>
        </p:nvGrpSpPr>
        <p:grpSpPr>
          <a:xfrm rot="0">
            <a:off x="1535875" y="2351867"/>
            <a:ext cx="6389557" cy="6672051"/>
            <a:chOff x="0" y="0"/>
            <a:chExt cx="1876339" cy="1959296"/>
          </a:xfrm>
        </p:grpSpPr>
        <p:sp>
          <p:nvSpPr>
            <p:cNvPr name="Freeform 24" id="24"/>
            <p:cNvSpPr/>
            <p:nvPr/>
          </p:nvSpPr>
          <p:spPr>
            <a:xfrm flipH="false" flipV="false" rot="0">
              <a:off x="0" y="0"/>
              <a:ext cx="1876340" cy="1959296"/>
            </a:xfrm>
            <a:custGeom>
              <a:avLst/>
              <a:gdLst/>
              <a:ahLst/>
              <a:cxnLst/>
              <a:rect r="r" b="b" t="t" l="l"/>
              <a:pathLst>
                <a:path h="1959296" w="1876340">
                  <a:moveTo>
                    <a:pt x="61794" y="0"/>
                  </a:moveTo>
                  <a:lnTo>
                    <a:pt x="1814545" y="0"/>
                  </a:lnTo>
                  <a:cubicBezTo>
                    <a:pt x="1848673" y="0"/>
                    <a:pt x="1876340" y="27666"/>
                    <a:pt x="1876340" y="61794"/>
                  </a:cubicBezTo>
                  <a:lnTo>
                    <a:pt x="1876340" y="1897501"/>
                  </a:lnTo>
                  <a:cubicBezTo>
                    <a:pt x="1876340" y="1931630"/>
                    <a:pt x="1848673" y="1959296"/>
                    <a:pt x="1814545" y="1959296"/>
                  </a:cubicBezTo>
                  <a:lnTo>
                    <a:pt x="61794" y="1959296"/>
                  </a:lnTo>
                  <a:cubicBezTo>
                    <a:pt x="27666" y="1959296"/>
                    <a:pt x="0" y="1931630"/>
                    <a:pt x="0" y="1897501"/>
                  </a:cubicBezTo>
                  <a:lnTo>
                    <a:pt x="0" y="61794"/>
                  </a:lnTo>
                  <a:cubicBezTo>
                    <a:pt x="0" y="27666"/>
                    <a:pt x="27666" y="0"/>
                    <a:pt x="61794" y="0"/>
                  </a:cubicBezTo>
                  <a:close/>
                </a:path>
              </a:pathLst>
            </a:custGeom>
            <a:ln w="38100" cap="rnd">
              <a:solidFill>
                <a:srgbClr val="483529"/>
              </a:solidFill>
              <a:prstDash val="solid"/>
              <a:round/>
            </a:ln>
          </p:spPr>
        </p:sp>
        <p:sp>
          <p:nvSpPr>
            <p:cNvPr name="TextBox 25" id="25"/>
            <p:cNvSpPr txBox="true"/>
            <p:nvPr/>
          </p:nvSpPr>
          <p:spPr>
            <a:xfrm>
              <a:off x="0" y="-38100"/>
              <a:ext cx="1876339" cy="1997396"/>
            </a:xfrm>
            <a:prstGeom prst="rect">
              <a:avLst/>
            </a:prstGeom>
          </p:spPr>
          <p:txBody>
            <a:bodyPr anchor="ctr" rtlCol="false" tIns="50800" lIns="50800" bIns="50800" rIns="50800"/>
            <a:lstStyle/>
            <a:p>
              <a:pPr algn="ctr" marL="0" indent="0" lvl="0">
                <a:lnSpc>
                  <a:spcPts val="2659"/>
                </a:lnSpc>
              </a:pPr>
            </a:p>
          </p:txBody>
        </p:sp>
      </p:grpSp>
      <p:sp>
        <p:nvSpPr>
          <p:cNvPr name="Freeform 26" id="26"/>
          <p:cNvSpPr/>
          <p:nvPr/>
        </p:nvSpPr>
        <p:spPr>
          <a:xfrm flipH="false" flipV="false" rot="0">
            <a:off x="9381644" y="4260625"/>
            <a:ext cx="7711629" cy="4318512"/>
          </a:xfrm>
          <a:custGeom>
            <a:avLst/>
            <a:gdLst/>
            <a:ahLst/>
            <a:cxnLst/>
            <a:rect r="r" b="b" t="t" l="l"/>
            <a:pathLst>
              <a:path h="4318512" w="7711629">
                <a:moveTo>
                  <a:pt x="0" y="0"/>
                </a:moveTo>
                <a:lnTo>
                  <a:pt x="7711629" y="0"/>
                </a:lnTo>
                <a:lnTo>
                  <a:pt x="7711629" y="4318512"/>
                </a:lnTo>
                <a:lnTo>
                  <a:pt x="0" y="4318512"/>
                </a:lnTo>
                <a:lnTo>
                  <a:pt x="0" y="0"/>
                </a:lnTo>
                <a:close/>
              </a:path>
            </a:pathLst>
          </a:custGeom>
          <a:blipFill>
            <a:blip r:embed="rId2"/>
            <a:stretch>
              <a:fillRect l="0" t="0" r="0" b="0"/>
            </a:stretch>
          </a:blipFill>
        </p:spPr>
      </p:sp>
      <p:sp>
        <p:nvSpPr>
          <p:cNvPr name="TextBox 27" id="27"/>
          <p:cNvSpPr txBox="true"/>
          <p:nvPr/>
        </p:nvSpPr>
        <p:spPr>
          <a:xfrm rot="0">
            <a:off x="1535875" y="1149819"/>
            <a:ext cx="2399176" cy="473559"/>
          </a:xfrm>
          <a:prstGeom prst="rect">
            <a:avLst/>
          </a:prstGeom>
        </p:spPr>
        <p:txBody>
          <a:bodyPr anchor="t" rtlCol="false" tIns="0" lIns="0" bIns="0" rIns="0">
            <a:spAutoFit/>
          </a:bodyPr>
          <a:lstStyle/>
          <a:p>
            <a:pPr algn="l" marL="0" indent="0" lvl="0">
              <a:lnSpc>
                <a:spcPts val="3823"/>
              </a:lnSpc>
              <a:spcBef>
                <a:spcPct val="0"/>
              </a:spcBef>
            </a:pPr>
            <a:r>
              <a:rPr lang="en-US" sz="2730">
                <a:solidFill>
                  <a:srgbClr val="483529"/>
                </a:solidFill>
                <a:latin typeface="Glacial Indifference"/>
                <a:ea typeface="Glacial Indifference"/>
                <a:cs typeface="Glacial Indifference"/>
                <a:sym typeface="Glacial Indifference"/>
              </a:rPr>
              <a:t>Sejarah Dunia</a:t>
            </a:r>
          </a:p>
        </p:txBody>
      </p:sp>
      <p:sp>
        <p:nvSpPr>
          <p:cNvPr name="TextBox 28" id="28"/>
          <p:cNvSpPr txBox="true"/>
          <p:nvPr/>
        </p:nvSpPr>
        <p:spPr>
          <a:xfrm rot="0">
            <a:off x="7928904" y="1149819"/>
            <a:ext cx="2399176" cy="473559"/>
          </a:xfrm>
          <a:prstGeom prst="rect">
            <a:avLst/>
          </a:prstGeom>
        </p:spPr>
        <p:txBody>
          <a:bodyPr anchor="t" rtlCol="false" tIns="0" lIns="0" bIns="0" rIns="0">
            <a:spAutoFit/>
          </a:bodyPr>
          <a:lstStyle/>
          <a:p>
            <a:pPr algn="ctr" marL="0" indent="0" lvl="0">
              <a:lnSpc>
                <a:spcPts val="3823"/>
              </a:lnSpc>
              <a:spcBef>
                <a:spcPct val="0"/>
              </a:spcBef>
            </a:pPr>
            <a:r>
              <a:rPr lang="en-US" sz="2730">
                <a:solidFill>
                  <a:srgbClr val="483529"/>
                </a:solidFill>
                <a:latin typeface="Glacial Indifference"/>
                <a:ea typeface="Glacial Indifference"/>
                <a:cs typeface="Glacial Indifference"/>
                <a:sym typeface="Glacial Indifference"/>
              </a:rPr>
              <a:t>Kelas</a:t>
            </a:r>
          </a:p>
        </p:txBody>
      </p:sp>
      <p:sp>
        <p:nvSpPr>
          <p:cNvPr name="TextBox 29" id="29"/>
          <p:cNvSpPr txBox="true"/>
          <p:nvPr/>
        </p:nvSpPr>
        <p:spPr>
          <a:xfrm rot="0">
            <a:off x="13584247" y="1149819"/>
            <a:ext cx="3086756" cy="473559"/>
          </a:xfrm>
          <a:prstGeom prst="rect">
            <a:avLst/>
          </a:prstGeom>
        </p:spPr>
        <p:txBody>
          <a:bodyPr anchor="t" rtlCol="false" tIns="0" lIns="0" bIns="0" rIns="0">
            <a:spAutoFit/>
          </a:bodyPr>
          <a:lstStyle/>
          <a:p>
            <a:pPr algn="r" marL="0" indent="0" lvl="0">
              <a:lnSpc>
                <a:spcPts val="3823"/>
              </a:lnSpc>
              <a:spcBef>
                <a:spcPct val="0"/>
              </a:spcBef>
            </a:pPr>
            <a:r>
              <a:rPr lang="en-US" sz="2730">
                <a:solidFill>
                  <a:srgbClr val="483529"/>
                </a:solidFill>
                <a:latin typeface="Glacial Indifference"/>
                <a:ea typeface="Glacial Indifference"/>
                <a:cs typeface="Glacial Indifference"/>
                <a:sym typeface="Glacial Indifference"/>
              </a:rPr>
              <a:t>Halaman 12</a:t>
            </a:r>
          </a:p>
        </p:txBody>
      </p:sp>
      <p:sp>
        <p:nvSpPr>
          <p:cNvPr name="TextBox 30" id="30"/>
          <p:cNvSpPr txBox="true"/>
          <p:nvPr/>
        </p:nvSpPr>
        <p:spPr>
          <a:xfrm rot="0">
            <a:off x="1855082" y="2777816"/>
            <a:ext cx="6389557" cy="383513"/>
          </a:xfrm>
          <a:prstGeom prst="rect">
            <a:avLst/>
          </a:prstGeom>
        </p:spPr>
        <p:txBody>
          <a:bodyPr anchor="t" rtlCol="false" tIns="0" lIns="0" bIns="0" rIns="0">
            <a:spAutoFit/>
          </a:bodyPr>
          <a:lstStyle/>
          <a:p>
            <a:pPr algn="l" marL="0" indent="0" lvl="0">
              <a:lnSpc>
                <a:spcPts val="3146"/>
              </a:lnSpc>
              <a:spcBef>
                <a:spcPct val="0"/>
              </a:spcBef>
            </a:pPr>
            <a:r>
              <a:rPr lang="en-US" b="true" sz="2247" i="true">
                <a:solidFill>
                  <a:srgbClr val="483529"/>
                </a:solidFill>
                <a:latin typeface="Nunito Sans Bold Italics"/>
                <a:ea typeface="Nunito Sans Bold Italics"/>
                <a:cs typeface="Nunito Sans Bold Italics"/>
                <a:sym typeface="Nunito Sans Bold Italics"/>
              </a:rPr>
              <a:t>Pelajaran Berharga dari Sejarah Dunia</a:t>
            </a:r>
          </a:p>
        </p:txBody>
      </p:sp>
      <p:sp>
        <p:nvSpPr>
          <p:cNvPr name="TextBox 31" id="31"/>
          <p:cNvSpPr txBox="true"/>
          <p:nvPr/>
        </p:nvSpPr>
        <p:spPr>
          <a:xfrm rot="0">
            <a:off x="1855082" y="3881795"/>
            <a:ext cx="5800107" cy="4113423"/>
          </a:xfrm>
          <a:prstGeom prst="rect">
            <a:avLst/>
          </a:prstGeom>
        </p:spPr>
        <p:txBody>
          <a:bodyPr anchor="t" rtlCol="false" tIns="0" lIns="0" bIns="0" rIns="0">
            <a:spAutoFit/>
          </a:bodyPr>
          <a:lstStyle/>
          <a:p>
            <a:pPr algn="l" marL="0" indent="0" lvl="0">
              <a:lnSpc>
                <a:spcPts val="2700"/>
              </a:lnSpc>
            </a:pPr>
            <a:r>
              <a:rPr lang="en-US" sz="1929">
                <a:solidFill>
                  <a:srgbClr val="483529"/>
                </a:solidFill>
                <a:latin typeface="Nunito Sans"/>
                <a:ea typeface="Nunito Sans"/>
                <a:cs typeface="Nunito Sans"/>
                <a:sym typeface="Nunito Sans"/>
              </a:rPr>
              <a:t>Persatuan membuat peradaban besar seperti Romawi dan Mesopotamia bertahan dan berkembang selama berabad-abad.</a:t>
            </a:r>
          </a:p>
          <a:p>
            <a:pPr algn="l" marL="0" indent="0" lvl="0">
              <a:lnSpc>
                <a:spcPts val="2700"/>
              </a:lnSpc>
            </a:pPr>
            <a:r>
              <a:rPr lang="en-US" sz="1929">
                <a:solidFill>
                  <a:srgbClr val="483529"/>
                </a:solidFill>
                <a:latin typeface="Nunito Sans"/>
                <a:ea typeface="Nunito Sans"/>
                <a:cs typeface="Nunito Sans"/>
                <a:sym typeface="Nunito Sans"/>
              </a:rPr>
              <a:t>Inovasi teknologi dari berbagai bangsa — mulai dari roda, tulisan, hingga arsitektur megah — mengubah jalannya peradaban manusia.</a:t>
            </a:r>
          </a:p>
          <a:p>
            <a:pPr algn="l" marL="0" indent="0" lvl="0">
              <a:lnSpc>
                <a:spcPts val="2700"/>
              </a:lnSpc>
            </a:pPr>
            <a:r>
              <a:rPr lang="en-US" sz="1929">
                <a:solidFill>
                  <a:srgbClr val="483529"/>
                </a:solidFill>
                <a:latin typeface="Nunito Sans"/>
                <a:ea typeface="Nunito Sans"/>
                <a:cs typeface="Nunito Sans"/>
                <a:sym typeface="Nunito Sans"/>
              </a:rPr>
              <a:t>Kemanusiaan dan toleransi antar budaya terbukti menjadi fondasi kokoh bagi kemajuan masyarakat dunia sepanjang masa.</a:t>
            </a:r>
          </a:p>
          <a:p>
            <a:pPr algn="l" marL="0" indent="0" lvl="0">
              <a:lnSpc>
                <a:spcPts val="2700"/>
              </a:lnSpc>
            </a:pPr>
            <a:r>
              <a:rPr lang="en-US" sz="1929">
                <a:solidFill>
                  <a:srgbClr val="483529"/>
                </a:solidFill>
                <a:latin typeface="Nunito Sans"/>
                <a:ea typeface="Nunito Sans"/>
                <a:cs typeface="Nunito Sans"/>
                <a:sym typeface="Nunito Sans"/>
              </a:rPr>
              <a:t>Sejarah mengajarkan bahwa kejayaan suatu bangsa dibangun atas kerja sama, kreativitas, dan rasa hormat terhadap sesama manusia.</a:t>
            </a:r>
          </a:p>
        </p:txBody>
      </p:sp>
    </p:spTree>
  </p:cSld>
  <p:clrMapOvr>
    <a:masterClrMapping/>
  </p:clrMapOvr>
  <p:transition spd="fast">
    <p:wipe dir="l"/>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371C08"/>
        </a:solidFill>
      </p:bgPr>
    </p:bg>
    <p:spTree>
      <p:nvGrpSpPr>
        <p:cNvPr id="1" name=""/>
        <p:cNvGrpSpPr/>
        <p:nvPr/>
      </p:nvGrpSpPr>
      <p:grpSpPr>
        <a:xfrm>
          <a:off x="0" y="0"/>
          <a:ext cx="0" cy="0"/>
          <a:chOff x="0" y="0"/>
          <a:chExt cx="0" cy="0"/>
        </a:xfrm>
      </p:grpSpPr>
      <p:grpSp>
        <p:nvGrpSpPr>
          <p:cNvPr name="Group 2" id="2"/>
          <p:cNvGrpSpPr/>
          <p:nvPr/>
        </p:nvGrpSpPr>
        <p:grpSpPr>
          <a:xfrm rot="0">
            <a:off x="764207" y="810568"/>
            <a:ext cx="16759586" cy="8665863"/>
            <a:chOff x="0" y="0"/>
            <a:chExt cx="4414047" cy="2282367"/>
          </a:xfrm>
        </p:grpSpPr>
        <p:sp>
          <p:nvSpPr>
            <p:cNvPr name="Freeform 3" id="3"/>
            <p:cNvSpPr/>
            <p:nvPr/>
          </p:nvSpPr>
          <p:spPr>
            <a:xfrm flipH="false" flipV="false" rot="0">
              <a:off x="0" y="0"/>
              <a:ext cx="4414047" cy="2282367"/>
            </a:xfrm>
            <a:custGeom>
              <a:avLst/>
              <a:gdLst/>
              <a:ahLst/>
              <a:cxnLst/>
              <a:rect r="r" b="b" t="t" l="l"/>
              <a:pathLst>
                <a:path h="2282367" w="4414047">
                  <a:moveTo>
                    <a:pt x="4334629" y="0"/>
                  </a:moveTo>
                  <a:lnTo>
                    <a:pt x="79418" y="0"/>
                  </a:lnTo>
                  <a:cubicBezTo>
                    <a:pt x="79418" y="43699"/>
                    <a:pt x="44079" y="79418"/>
                    <a:pt x="0" y="79418"/>
                  </a:cubicBezTo>
                  <a:lnTo>
                    <a:pt x="0" y="2202949"/>
                  </a:lnTo>
                  <a:cubicBezTo>
                    <a:pt x="43699" y="2202949"/>
                    <a:pt x="79418" y="2238288"/>
                    <a:pt x="79418" y="2282367"/>
                  </a:cubicBezTo>
                  <a:lnTo>
                    <a:pt x="4334629" y="2282367"/>
                  </a:lnTo>
                  <a:cubicBezTo>
                    <a:pt x="4334629" y="2238668"/>
                    <a:pt x="4369968" y="2202949"/>
                    <a:pt x="4414047" y="2202949"/>
                  </a:cubicBezTo>
                  <a:lnTo>
                    <a:pt x="4414047" y="79418"/>
                  </a:lnTo>
                  <a:cubicBezTo>
                    <a:pt x="4370348" y="79418"/>
                    <a:pt x="4334629" y="44079"/>
                    <a:pt x="4334629" y="0"/>
                  </a:cubicBezTo>
                  <a:close/>
                </a:path>
              </a:pathLst>
            </a:custGeom>
            <a:solidFill>
              <a:srgbClr val="E1D4C1"/>
            </a:solidFill>
          </p:spPr>
        </p:sp>
        <p:sp>
          <p:nvSpPr>
            <p:cNvPr name="TextBox 4" id="4"/>
            <p:cNvSpPr txBox="true"/>
            <p:nvPr/>
          </p:nvSpPr>
          <p:spPr>
            <a:xfrm>
              <a:off x="38100" y="0"/>
              <a:ext cx="4337847" cy="2244267"/>
            </a:xfrm>
            <a:prstGeom prst="rect">
              <a:avLst/>
            </a:prstGeom>
          </p:spPr>
          <p:txBody>
            <a:bodyPr anchor="ctr" rtlCol="false" tIns="50800" lIns="50800" bIns="50800" rIns="50800"/>
            <a:lstStyle/>
            <a:p>
              <a:pPr algn="ctr" marL="0" indent="0" lvl="0">
                <a:lnSpc>
                  <a:spcPts val="2659"/>
                </a:lnSpc>
              </a:pPr>
            </a:p>
          </p:txBody>
        </p:sp>
      </p:grpSp>
      <p:grpSp>
        <p:nvGrpSpPr>
          <p:cNvPr name="Group 5" id="5"/>
          <p:cNvGrpSpPr/>
          <p:nvPr/>
        </p:nvGrpSpPr>
        <p:grpSpPr>
          <a:xfrm rot="0">
            <a:off x="518764" y="639118"/>
            <a:ext cx="17219457" cy="9064418"/>
            <a:chOff x="0" y="0"/>
            <a:chExt cx="4535166" cy="2387336"/>
          </a:xfrm>
        </p:grpSpPr>
        <p:sp>
          <p:nvSpPr>
            <p:cNvPr name="Freeform 6" id="6"/>
            <p:cNvSpPr/>
            <p:nvPr/>
          </p:nvSpPr>
          <p:spPr>
            <a:xfrm flipH="false" flipV="false" rot="0">
              <a:off x="0" y="0"/>
              <a:ext cx="4535165" cy="2387336"/>
            </a:xfrm>
            <a:custGeom>
              <a:avLst/>
              <a:gdLst/>
              <a:ahLst/>
              <a:cxnLst/>
              <a:rect r="r" b="b" t="t" l="l"/>
              <a:pathLst>
                <a:path h="2387336" w="4535165">
                  <a:moveTo>
                    <a:pt x="4455747" y="0"/>
                  </a:moveTo>
                  <a:lnTo>
                    <a:pt x="79418" y="0"/>
                  </a:lnTo>
                  <a:cubicBezTo>
                    <a:pt x="79418" y="43699"/>
                    <a:pt x="44079" y="79418"/>
                    <a:pt x="0" y="79418"/>
                  </a:cubicBezTo>
                  <a:lnTo>
                    <a:pt x="0" y="2307918"/>
                  </a:lnTo>
                  <a:cubicBezTo>
                    <a:pt x="43699" y="2307918"/>
                    <a:pt x="79418" y="2343257"/>
                    <a:pt x="79418" y="2387336"/>
                  </a:cubicBezTo>
                  <a:lnTo>
                    <a:pt x="4455747" y="2387336"/>
                  </a:lnTo>
                  <a:cubicBezTo>
                    <a:pt x="4455747" y="2343637"/>
                    <a:pt x="4491086" y="2307918"/>
                    <a:pt x="4535165" y="2307918"/>
                  </a:cubicBezTo>
                  <a:lnTo>
                    <a:pt x="4535165" y="79418"/>
                  </a:lnTo>
                  <a:cubicBezTo>
                    <a:pt x="4491466" y="79418"/>
                    <a:pt x="4455747" y="44079"/>
                    <a:pt x="4455747" y="0"/>
                  </a:cubicBezTo>
                  <a:close/>
                </a:path>
              </a:pathLst>
            </a:custGeom>
            <a:ln w="38100" cap="sq">
              <a:solidFill>
                <a:srgbClr val="E1D4C1"/>
              </a:solidFill>
              <a:prstDash val="solid"/>
              <a:miter/>
            </a:ln>
          </p:spPr>
        </p:sp>
        <p:sp>
          <p:nvSpPr>
            <p:cNvPr name="TextBox 7" id="7"/>
            <p:cNvSpPr txBox="true"/>
            <p:nvPr/>
          </p:nvSpPr>
          <p:spPr>
            <a:xfrm>
              <a:off x="38100" y="0"/>
              <a:ext cx="4458966" cy="2349236"/>
            </a:xfrm>
            <a:prstGeom prst="rect">
              <a:avLst/>
            </a:prstGeom>
          </p:spPr>
          <p:txBody>
            <a:bodyPr anchor="ctr" rtlCol="false" tIns="50800" lIns="50800" bIns="50800" rIns="50800"/>
            <a:lstStyle/>
            <a:p>
              <a:pPr algn="ctr" marL="0" indent="0" lvl="0">
                <a:lnSpc>
                  <a:spcPts val="2659"/>
                </a:lnSpc>
              </a:pPr>
            </a:p>
          </p:txBody>
        </p:sp>
      </p:grpSp>
      <p:grpSp>
        <p:nvGrpSpPr>
          <p:cNvPr name="Group 8" id="8"/>
          <p:cNvGrpSpPr/>
          <p:nvPr/>
        </p:nvGrpSpPr>
        <p:grpSpPr>
          <a:xfrm rot="0">
            <a:off x="341564" y="456168"/>
            <a:ext cx="354400" cy="3544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1" id="11"/>
          <p:cNvGrpSpPr/>
          <p:nvPr/>
        </p:nvGrpSpPr>
        <p:grpSpPr>
          <a:xfrm rot="0">
            <a:off x="17561021" y="456168"/>
            <a:ext cx="354400" cy="3544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3" id="13"/>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4" id="14"/>
          <p:cNvGrpSpPr/>
          <p:nvPr/>
        </p:nvGrpSpPr>
        <p:grpSpPr>
          <a:xfrm rot="0">
            <a:off x="341564" y="9526336"/>
            <a:ext cx="354400" cy="354400"/>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6" id="16"/>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grpSp>
        <p:nvGrpSpPr>
          <p:cNvPr name="Group 17" id="17"/>
          <p:cNvGrpSpPr/>
          <p:nvPr/>
        </p:nvGrpSpPr>
        <p:grpSpPr>
          <a:xfrm rot="0">
            <a:off x="17561021" y="9526336"/>
            <a:ext cx="354400" cy="35440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E1D4C1"/>
              </a:solidFill>
              <a:prstDash val="solid"/>
              <a:miter/>
            </a:ln>
          </p:spPr>
        </p:sp>
        <p:sp>
          <p:nvSpPr>
            <p:cNvPr name="TextBox 19" id="19"/>
            <p:cNvSpPr txBox="true"/>
            <p:nvPr/>
          </p:nvSpPr>
          <p:spPr>
            <a:xfrm>
              <a:off x="76200" y="38100"/>
              <a:ext cx="660400" cy="698500"/>
            </a:xfrm>
            <a:prstGeom prst="rect">
              <a:avLst/>
            </a:prstGeom>
          </p:spPr>
          <p:txBody>
            <a:bodyPr anchor="ctr" rtlCol="false" tIns="50800" lIns="50800" bIns="50800" rIns="50800"/>
            <a:lstStyle/>
            <a:p>
              <a:pPr algn="ctr" marL="0" indent="0" lvl="0">
                <a:lnSpc>
                  <a:spcPts val="2659"/>
                </a:lnSpc>
              </a:pPr>
            </a:p>
          </p:txBody>
        </p:sp>
      </p:grpSp>
      <p:sp>
        <p:nvSpPr>
          <p:cNvPr name="Freeform 20" id="20"/>
          <p:cNvSpPr/>
          <p:nvPr/>
        </p:nvSpPr>
        <p:spPr>
          <a:xfrm flipH="false" flipV="false" rot="72564">
            <a:off x="14173398" y="6510483"/>
            <a:ext cx="4316552" cy="3965832"/>
          </a:xfrm>
          <a:custGeom>
            <a:avLst/>
            <a:gdLst/>
            <a:ahLst/>
            <a:cxnLst/>
            <a:rect r="r" b="b" t="t" l="l"/>
            <a:pathLst>
              <a:path h="3965832" w="4316552">
                <a:moveTo>
                  <a:pt x="0" y="0"/>
                </a:moveTo>
                <a:lnTo>
                  <a:pt x="4316552" y="0"/>
                </a:lnTo>
                <a:lnTo>
                  <a:pt x="4316552" y="3965832"/>
                </a:lnTo>
                <a:lnTo>
                  <a:pt x="0" y="3965832"/>
                </a:lnTo>
                <a:lnTo>
                  <a:pt x="0" y="0"/>
                </a:lnTo>
                <a:close/>
              </a:path>
            </a:pathLst>
          </a:custGeom>
          <a:blipFill>
            <a:blip r:embed="rId2"/>
            <a:stretch>
              <a:fillRect l="0" t="0" r="0" b="0"/>
            </a:stretch>
          </a:blipFill>
        </p:spPr>
      </p:sp>
      <p:sp>
        <p:nvSpPr>
          <p:cNvPr name="Freeform 21" id="21"/>
          <p:cNvSpPr/>
          <p:nvPr/>
        </p:nvSpPr>
        <p:spPr>
          <a:xfrm flipH="false" flipV="false" rot="1354579">
            <a:off x="15593093" y="4618267"/>
            <a:ext cx="3112359" cy="3081236"/>
          </a:xfrm>
          <a:custGeom>
            <a:avLst/>
            <a:gdLst/>
            <a:ahLst/>
            <a:cxnLst/>
            <a:rect r="r" b="b" t="t" l="l"/>
            <a:pathLst>
              <a:path h="3081236" w="3112359">
                <a:moveTo>
                  <a:pt x="0" y="0"/>
                </a:moveTo>
                <a:lnTo>
                  <a:pt x="3112359" y="0"/>
                </a:lnTo>
                <a:lnTo>
                  <a:pt x="3112359" y="3081235"/>
                </a:lnTo>
                <a:lnTo>
                  <a:pt x="0" y="3081235"/>
                </a:lnTo>
                <a:lnTo>
                  <a:pt x="0" y="0"/>
                </a:lnTo>
                <a:close/>
              </a:path>
            </a:pathLst>
          </a:custGeom>
          <a:blipFill>
            <a:blip r:embed="rId3"/>
            <a:stretch>
              <a:fillRect l="0" t="0" r="0" b="0"/>
            </a:stretch>
          </a:blipFill>
        </p:spPr>
      </p:sp>
      <p:sp>
        <p:nvSpPr>
          <p:cNvPr name="Freeform 22" id="22"/>
          <p:cNvSpPr/>
          <p:nvPr/>
        </p:nvSpPr>
        <p:spPr>
          <a:xfrm flipH="false" flipV="false" rot="-787261">
            <a:off x="14330684" y="2840064"/>
            <a:ext cx="1864989" cy="3957537"/>
          </a:xfrm>
          <a:custGeom>
            <a:avLst/>
            <a:gdLst/>
            <a:ahLst/>
            <a:cxnLst/>
            <a:rect r="r" b="b" t="t" l="l"/>
            <a:pathLst>
              <a:path h="3957537" w="1864989">
                <a:moveTo>
                  <a:pt x="0" y="0"/>
                </a:moveTo>
                <a:lnTo>
                  <a:pt x="1864989" y="0"/>
                </a:lnTo>
                <a:lnTo>
                  <a:pt x="1864989" y="3957537"/>
                </a:lnTo>
                <a:lnTo>
                  <a:pt x="0" y="3957537"/>
                </a:lnTo>
                <a:lnTo>
                  <a:pt x="0" y="0"/>
                </a:lnTo>
                <a:close/>
              </a:path>
            </a:pathLst>
          </a:custGeom>
          <a:blipFill>
            <a:blip r:embed="rId4"/>
            <a:stretch>
              <a:fillRect l="0" t="0" r="0" b="0"/>
            </a:stretch>
          </a:blipFill>
        </p:spPr>
      </p:sp>
      <p:sp>
        <p:nvSpPr>
          <p:cNvPr name="Freeform 23" id="23"/>
          <p:cNvSpPr/>
          <p:nvPr/>
        </p:nvSpPr>
        <p:spPr>
          <a:xfrm flipH="false" flipV="false" rot="0">
            <a:off x="13409820" y="6265801"/>
            <a:ext cx="2080422" cy="4202873"/>
          </a:xfrm>
          <a:custGeom>
            <a:avLst/>
            <a:gdLst/>
            <a:ahLst/>
            <a:cxnLst/>
            <a:rect r="r" b="b" t="t" l="l"/>
            <a:pathLst>
              <a:path h="4202873" w="2080422">
                <a:moveTo>
                  <a:pt x="0" y="0"/>
                </a:moveTo>
                <a:lnTo>
                  <a:pt x="2080421" y="0"/>
                </a:lnTo>
                <a:lnTo>
                  <a:pt x="2080421" y="4202873"/>
                </a:lnTo>
                <a:lnTo>
                  <a:pt x="0" y="4202873"/>
                </a:lnTo>
                <a:lnTo>
                  <a:pt x="0" y="0"/>
                </a:lnTo>
                <a:close/>
              </a:path>
            </a:pathLst>
          </a:custGeom>
          <a:blipFill>
            <a:blip r:embed="rId5"/>
            <a:stretch>
              <a:fillRect l="0" t="0" r="0" b="0"/>
            </a:stretch>
          </a:blipFill>
        </p:spPr>
      </p:sp>
      <p:sp>
        <p:nvSpPr>
          <p:cNvPr name="TextBox 24" id="24"/>
          <p:cNvSpPr txBox="true"/>
          <p:nvPr/>
        </p:nvSpPr>
        <p:spPr>
          <a:xfrm rot="0">
            <a:off x="1535875" y="3991020"/>
            <a:ext cx="10808575" cy="1788846"/>
          </a:xfrm>
          <a:prstGeom prst="rect">
            <a:avLst/>
          </a:prstGeom>
        </p:spPr>
        <p:txBody>
          <a:bodyPr anchor="t" rtlCol="false" tIns="0" lIns="0" bIns="0" rIns="0">
            <a:spAutoFit/>
          </a:bodyPr>
          <a:lstStyle/>
          <a:p>
            <a:pPr algn="just" marL="0" indent="0" lvl="0">
              <a:lnSpc>
                <a:spcPts val="13547"/>
              </a:lnSpc>
            </a:pPr>
            <a:r>
              <a:rPr lang="en-US" sz="12902">
                <a:solidFill>
                  <a:srgbClr val="483529"/>
                </a:solidFill>
                <a:latin typeface="Drunken Hour"/>
                <a:ea typeface="Drunken Hour"/>
                <a:cs typeface="Drunken Hour"/>
                <a:sym typeface="Drunken Hour"/>
              </a:rPr>
              <a:t>TERIMA KASIH</a:t>
            </a:r>
          </a:p>
        </p:txBody>
      </p:sp>
      <p:sp>
        <p:nvSpPr>
          <p:cNvPr name="TextBox 25" id="25"/>
          <p:cNvSpPr txBox="true"/>
          <p:nvPr/>
        </p:nvSpPr>
        <p:spPr>
          <a:xfrm rot="0">
            <a:off x="1535875" y="1149819"/>
            <a:ext cx="2399176" cy="491066"/>
          </a:xfrm>
          <a:prstGeom prst="rect">
            <a:avLst/>
          </a:prstGeom>
        </p:spPr>
        <p:txBody>
          <a:bodyPr anchor="t" rtlCol="false" tIns="0" lIns="0" bIns="0" rIns="0">
            <a:spAutoFit/>
          </a:bodyPr>
          <a:lstStyle/>
          <a:p>
            <a:pPr algn="l" marL="0" indent="0" lvl="0">
              <a:lnSpc>
                <a:spcPts val="3908"/>
              </a:lnSpc>
              <a:spcBef>
                <a:spcPct val="0"/>
              </a:spcBef>
            </a:pPr>
            <a:r>
              <a:rPr lang="en-US" sz="2791">
                <a:solidFill>
                  <a:srgbClr val="483529"/>
                </a:solidFill>
                <a:latin typeface="Glacial Indifference"/>
                <a:ea typeface="Glacial Indifference"/>
                <a:cs typeface="Glacial Indifference"/>
                <a:sym typeface="Glacial Indifference"/>
              </a:rPr>
              <a:t>Sejarah Dunia</a:t>
            </a:r>
          </a:p>
        </p:txBody>
      </p:sp>
      <p:sp>
        <p:nvSpPr>
          <p:cNvPr name="TextBox 26" id="26"/>
          <p:cNvSpPr txBox="true"/>
          <p:nvPr/>
        </p:nvSpPr>
        <p:spPr>
          <a:xfrm rot="0">
            <a:off x="7928904" y="1149819"/>
            <a:ext cx="2399176" cy="491066"/>
          </a:xfrm>
          <a:prstGeom prst="rect">
            <a:avLst/>
          </a:prstGeom>
        </p:spPr>
        <p:txBody>
          <a:bodyPr anchor="t" rtlCol="false" tIns="0" lIns="0" bIns="0" rIns="0">
            <a:spAutoFit/>
          </a:bodyPr>
          <a:lstStyle/>
          <a:p>
            <a:pPr algn="ctr" marL="0" indent="0" lvl="0">
              <a:lnSpc>
                <a:spcPts val="3908"/>
              </a:lnSpc>
              <a:spcBef>
                <a:spcPct val="0"/>
              </a:spcBef>
            </a:pPr>
            <a:r>
              <a:rPr lang="en-US" sz="2791">
                <a:solidFill>
                  <a:srgbClr val="483529"/>
                </a:solidFill>
                <a:latin typeface="Glacial Indifference"/>
                <a:ea typeface="Glacial Indifference"/>
                <a:cs typeface="Glacial Indifference"/>
                <a:sym typeface="Glacial Indifference"/>
              </a:rPr>
              <a:t>Kelas</a:t>
            </a:r>
          </a:p>
        </p:txBody>
      </p:sp>
      <p:sp>
        <p:nvSpPr>
          <p:cNvPr name="TextBox 27" id="27"/>
          <p:cNvSpPr txBox="true"/>
          <p:nvPr/>
        </p:nvSpPr>
        <p:spPr>
          <a:xfrm rot="0">
            <a:off x="13584247" y="1149819"/>
            <a:ext cx="3086756" cy="491066"/>
          </a:xfrm>
          <a:prstGeom prst="rect">
            <a:avLst/>
          </a:prstGeom>
        </p:spPr>
        <p:txBody>
          <a:bodyPr anchor="t" rtlCol="false" tIns="0" lIns="0" bIns="0" rIns="0">
            <a:spAutoFit/>
          </a:bodyPr>
          <a:lstStyle/>
          <a:p>
            <a:pPr algn="r" marL="0" indent="0" lvl="0">
              <a:lnSpc>
                <a:spcPts val="3908"/>
              </a:lnSpc>
              <a:spcBef>
                <a:spcPct val="0"/>
              </a:spcBef>
            </a:pPr>
            <a:r>
              <a:rPr lang="en-US" sz="2791">
                <a:solidFill>
                  <a:srgbClr val="483529"/>
                </a:solidFill>
                <a:latin typeface="Glacial Indifference"/>
                <a:ea typeface="Glacial Indifference"/>
                <a:cs typeface="Glacial Indifference"/>
                <a:sym typeface="Glacial Indifference"/>
              </a:rPr>
              <a:t>Presentasi</a:t>
            </a:r>
          </a:p>
        </p:txBody>
      </p:sp>
      <p:sp>
        <p:nvSpPr>
          <p:cNvPr name="TextBox 28" id="28"/>
          <p:cNvSpPr txBox="true"/>
          <p:nvPr/>
        </p:nvSpPr>
        <p:spPr>
          <a:xfrm rot="0">
            <a:off x="1535875" y="7917844"/>
            <a:ext cx="3614991" cy="489234"/>
          </a:xfrm>
          <a:prstGeom prst="rect">
            <a:avLst/>
          </a:prstGeom>
        </p:spPr>
        <p:txBody>
          <a:bodyPr anchor="t" rtlCol="false" tIns="0" lIns="0" bIns="0" rIns="0">
            <a:spAutoFit/>
          </a:bodyPr>
          <a:lstStyle/>
          <a:p>
            <a:pPr algn="l" marL="0" indent="0" lvl="0">
              <a:lnSpc>
                <a:spcPts val="4009"/>
              </a:lnSpc>
              <a:spcBef>
                <a:spcPct val="0"/>
              </a:spcBef>
            </a:pPr>
            <a:r>
              <a:rPr lang="en-US" sz="2863">
                <a:solidFill>
                  <a:srgbClr val="483529"/>
                </a:solidFill>
                <a:latin typeface="Nunito Sans"/>
                <a:ea typeface="Nunito Sans"/>
                <a:cs typeface="Nunito Sans"/>
                <a:sym typeface="Nunito Sans"/>
              </a:rPr>
              <a:t>Nama Sekolah</a:t>
            </a:r>
          </a:p>
        </p:txBody>
      </p:sp>
      <p:sp>
        <p:nvSpPr>
          <p:cNvPr name="TextBox 29" id="29"/>
          <p:cNvSpPr txBox="true"/>
          <p:nvPr/>
        </p:nvSpPr>
        <p:spPr>
          <a:xfrm rot="0">
            <a:off x="6522589" y="7917844"/>
            <a:ext cx="3614991" cy="489234"/>
          </a:xfrm>
          <a:prstGeom prst="rect">
            <a:avLst/>
          </a:prstGeom>
        </p:spPr>
        <p:txBody>
          <a:bodyPr anchor="t" rtlCol="false" tIns="0" lIns="0" bIns="0" rIns="0">
            <a:spAutoFit/>
          </a:bodyPr>
          <a:lstStyle/>
          <a:p>
            <a:pPr algn="l" marL="0" indent="0" lvl="0">
              <a:lnSpc>
                <a:spcPts val="4009"/>
              </a:lnSpc>
              <a:spcBef>
                <a:spcPct val="0"/>
              </a:spcBef>
            </a:pPr>
            <a:r>
              <a:rPr lang="en-US" sz="2863">
                <a:solidFill>
                  <a:srgbClr val="483529"/>
                </a:solidFill>
                <a:latin typeface="Nunito Sans"/>
                <a:ea typeface="Nunito Sans"/>
                <a:cs typeface="Nunito Sans"/>
                <a:sym typeface="Nunito Sans"/>
              </a:rPr>
              <a:t>Dipresentasikan oleh</a:t>
            </a:r>
          </a:p>
        </p:txBody>
      </p:sp>
      <p:sp>
        <p:nvSpPr>
          <p:cNvPr name="TextBox 30" id="30"/>
          <p:cNvSpPr txBox="true"/>
          <p:nvPr/>
        </p:nvSpPr>
        <p:spPr>
          <a:xfrm rot="0">
            <a:off x="1535875" y="8442357"/>
            <a:ext cx="4395424" cy="495991"/>
          </a:xfrm>
          <a:prstGeom prst="rect">
            <a:avLst/>
          </a:prstGeom>
        </p:spPr>
        <p:txBody>
          <a:bodyPr anchor="t" rtlCol="false" tIns="0" lIns="0" bIns="0" rIns="0">
            <a:spAutoFit/>
          </a:bodyPr>
          <a:lstStyle/>
          <a:p>
            <a:pPr algn="l" marL="0" indent="0" lvl="0">
              <a:lnSpc>
                <a:spcPts val="4161"/>
              </a:lnSpc>
              <a:spcBef>
                <a:spcPct val="0"/>
              </a:spcBef>
            </a:pPr>
            <a:r>
              <a:rPr lang="en-US" b="true" sz="2972">
                <a:solidFill>
                  <a:srgbClr val="483529"/>
                </a:solidFill>
                <a:latin typeface="Nunito Sans Bold"/>
                <a:ea typeface="Nunito Sans Bold"/>
                <a:cs typeface="Nunito Sans Bold"/>
                <a:sym typeface="Nunito Sans Bold"/>
              </a:rPr>
              <a:t>Fauget High School</a:t>
            </a:r>
          </a:p>
        </p:txBody>
      </p:sp>
      <p:sp>
        <p:nvSpPr>
          <p:cNvPr name="TextBox 31" id="31"/>
          <p:cNvSpPr txBox="true"/>
          <p:nvPr/>
        </p:nvSpPr>
        <p:spPr>
          <a:xfrm rot="0">
            <a:off x="6522589" y="8442357"/>
            <a:ext cx="4395424" cy="495991"/>
          </a:xfrm>
          <a:prstGeom prst="rect">
            <a:avLst/>
          </a:prstGeom>
        </p:spPr>
        <p:txBody>
          <a:bodyPr anchor="t" rtlCol="false" tIns="0" lIns="0" bIns="0" rIns="0">
            <a:spAutoFit/>
          </a:bodyPr>
          <a:lstStyle/>
          <a:p>
            <a:pPr algn="l" marL="0" indent="0" lvl="0">
              <a:lnSpc>
                <a:spcPts val="4161"/>
              </a:lnSpc>
              <a:spcBef>
                <a:spcPct val="0"/>
              </a:spcBef>
            </a:pPr>
            <a:r>
              <a:rPr lang="en-US" b="true" sz="2972">
                <a:solidFill>
                  <a:srgbClr val="483529"/>
                </a:solidFill>
                <a:latin typeface="Nunito Sans Bold"/>
                <a:ea typeface="Nunito Sans Bold"/>
                <a:cs typeface="Nunito Sans Bold"/>
                <a:sym typeface="Nunito Sans Bold"/>
              </a:rPr>
              <a:t>Harumi Kobayashi</a:t>
            </a:r>
          </a:p>
        </p:txBody>
      </p:sp>
    </p:spTree>
  </p:cSld>
  <p:clrMapOvr>
    <a:masterClrMapping/>
  </p:clrMapOvr>
  <p:transition spd="fast">
    <p:wipe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DAHT7O3Lejo</dc:identifier>
  <dcterms:modified xsi:type="dcterms:W3CDTF">2011-08-01T06:04:30Z</dcterms:modified>
  <cp:revision>1</cp:revision>
</cp:coreProperties>
</file>